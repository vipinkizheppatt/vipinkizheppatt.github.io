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31"/>
  </p:notesMasterIdLst>
  <p:handoutMasterIdLst>
    <p:handoutMasterId r:id="rId32"/>
  </p:handoutMasterIdLst>
  <p:sldIdLst>
    <p:sldId id="259" r:id="rId6"/>
    <p:sldId id="494" r:id="rId7"/>
    <p:sldId id="496" r:id="rId8"/>
    <p:sldId id="501" r:id="rId9"/>
    <p:sldId id="497" r:id="rId10"/>
    <p:sldId id="498" r:id="rId11"/>
    <p:sldId id="499" r:id="rId12"/>
    <p:sldId id="518" r:id="rId13"/>
    <p:sldId id="502" r:id="rId14"/>
    <p:sldId id="503" r:id="rId15"/>
    <p:sldId id="505" r:id="rId16"/>
    <p:sldId id="504" r:id="rId17"/>
    <p:sldId id="506" r:id="rId18"/>
    <p:sldId id="519" r:id="rId19"/>
    <p:sldId id="507" r:id="rId20"/>
    <p:sldId id="508" r:id="rId21"/>
    <p:sldId id="509" r:id="rId22"/>
    <p:sldId id="510" r:id="rId23"/>
    <p:sldId id="511" r:id="rId24"/>
    <p:sldId id="512" r:id="rId25"/>
    <p:sldId id="513" r:id="rId26"/>
    <p:sldId id="514" r:id="rId27"/>
    <p:sldId id="515" r:id="rId28"/>
    <p:sldId id="516" r:id="rId29"/>
    <p:sldId id="51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83F2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0741" autoAdjust="0"/>
  </p:normalViewPr>
  <p:slideViewPr>
    <p:cSldViewPr snapToGrid="0" snapToObjects="1">
      <p:cViewPr>
        <p:scale>
          <a:sx n="66" d="100"/>
          <a:sy n="66" d="100"/>
        </p:scale>
        <p:origin x="68" y="-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5" d="100"/>
          <a:sy n="45" d="100"/>
        </p:scale>
        <p:origin x="276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2487E8-9753-0838-07FB-3C04BCC76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AF7BB-D6C9-B8F2-F8C5-34630799FE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7ADC-8D63-4594-9448-377A072F769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6E8F6-1A5C-BA9F-1028-726CEE731E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9B748-0323-2547-EBCF-3422D92DF2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F97AF-709F-499E-8528-69CFBF3AA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056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AC09-A974-4A87-371A-D2A825540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145C4-5564-65D1-D170-AA8326502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25263-7DE3-7924-DC3F-AC9C46F7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DDD8E-70BC-DE54-263D-4C8B0935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82F59-0A74-A179-DAC5-3B41A162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456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C997-2D92-1993-8033-1193F224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F0EAC-AE47-835B-8A7C-9453A4C45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DA05F-9C7D-4DC3-DDB5-ABA1C6C3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F45D-A244-39B1-B0A8-BDF4D91C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04DC-6CD3-D2CA-A172-9B9FD210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11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E103-CE13-7CC3-F7E7-384A6C2A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AE9E6-5B70-908D-D0D0-F4817745B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1EEF-EC1C-62FE-CCFA-CCCD3F3C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C7260-97BE-FFE0-EAF3-1D0D8E82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F70CB-7FD3-5A0B-6214-318E63E1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03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B931-2D81-376A-4393-4813C712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B97E-93F3-1C93-444A-4D434EC8A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57631-B2B6-E764-4EA2-1F08EE10B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554D2-2538-144D-8060-C33543BE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EE9BA-BC16-E210-D8EE-16BDACCF7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AE7E-C183-1CED-32E6-E8D3A0DB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830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454E-98CA-3F02-AEAA-F21A1C94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DC8AD-2AE0-3384-A808-AC4B37E1E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791CB-6EBA-4D71-1807-FE98808A9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3795D-9836-958C-05D7-3E548D01A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B1B55-AC46-7C42-C71D-5E62F30BD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CC6C39-9BDC-84FE-B51C-11D86D30A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FEFD3-BF2D-4EF9-5D69-AB75B1F0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32E5A-85BD-F733-0F25-A11318E0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50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C661-F2F2-75A5-2D8D-BF585118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AEACE-0DD9-13F9-0444-157BB07B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8CADF-BC4F-CCEF-FFC0-5F4F35F5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E36E2-73B7-F3D7-ECEE-E324C48D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54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77A9F-4BD4-C6D3-FA9D-85531239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49685-1706-0FAD-B0EE-2DD5349F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7F65-E4F5-FA21-5D69-C1D9B599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433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1B23-F973-3696-6476-24F54821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C9B79-3499-BCEF-EDDF-61399935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31C31-89E4-E5CA-563D-193393AB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4BCE8-AE98-9DCE-2689-B2EEBD60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FA36-6CDA-0DD6-0DF8-8DB910B0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94A80-B3D6-8C75-56F1-3166C297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144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D720-64C6-C1DC-5C71-DF1CB007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550D3-CAC6-A1D5-B54E-A137356744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531DF-ADE1-8F36-D6CD-E5CA66070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0BC96-FA91-4B3B-1008-3AFF9E93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2218C-BDB3-65D8-34D7-FBF32500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B14D4-BC58-43BD-DB41-8D44449A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60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C39D-DBEF-29EF-AFDD-EAA68AC0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5F802-031F-27AF-79E0-CA9540E27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2A77-C5D4-8BF5-EC09-08F91772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46D6-C450-2134-49DE-A132350E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DAEDB-4B15-502E-B181-D170288C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321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09212-DB52-35AA-C76D-DD2F9A2DC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56529-F850-3C33-71C9-510BBE4DB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25E40-F321-77E7-1DF3-E5327B26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4A717-6A1D-872E-58DF-97F23178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D5D7-C380-A5C6-7E0D-D5E0BE21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28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ML on the Edge: Vipin Kizheppatt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823DC-EFBE-521F-8822-8CD99391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FDC2-FCC1-65E5-A0E6-DD5C8E808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2A5A-ADCC-DE2C-3C41-B6AB552CA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31C0D-EBD2-4C02-8FF5-781A95C9E70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72339-D3ED-AAF7-7466-F7FC33211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EB7DF-D03E-8ADD-FE0E-9A30C9252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8663D-E60F-4703-98CD-4BEEDCA8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3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tera.com/fpga-solutions/aerospace-defense-government" TargetMode="External"/><Relationship Id="rId2" Type="http://schemas.openxmlformats.org/officeDocument/2006/relationships/hyperlink" Target="https://www.amd.com/en/solutions/aerospace-and-defense/spac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icrochip.com/en-us/products/fpgas-and-plds/radiation-tolerant-fpgas" TargetMode="External"/><Relationship Id="rId4" Type="http://schemas.openxmlformats.org/officeDocument/2006/relationships/hyperlink" Target="https://www.latticesemi.com/en/Solutions/SolutionCategories/Automotive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826ED7B-AA6F-A42E-FE53-C77D85200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424" y="1260712"/>
            <a:ext cx="4336576" cy="433657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8079290" cy="2130561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8B98-2CD2-8073-639E-62E0A1365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459C-7612-95A3-2C8A-8EE6FD31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Prerequisites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62811E-D82D-9DD3-1BB9-CA46CE0CA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5FD7F321-C009-30B5-D65A-62ADC3151FAC}"/>
              </a:ext>
            </a:extLst>
          </p:cNvPr>
          <p:cNvSpPr txBox="1">
            <a:spLocks/>
          </p:cNvSpPr>
          <p:nvPr/>
        </p:nvSpPr>
        <p:spPr>
          <a:xfrm>
            <a:off x="643614" y="1261716"/>
            <a:ext cx="10672086" cy="3653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Basics of Digital Electronics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Verilog HDL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 programming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9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A35A-B8F4-4444-8270-EF01B4698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D6FF-7BF6-9F5B-FA04-3C060252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Where are FPGAs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8B9083-5204-8086-76D5-200707116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2791995-BD0A-B93F-7F4A-CDD8C032A06E}"/>
              </a:ext>
            </a:extLst>
          </p:cNvPr>
          <p:cNvSpPr txBox="1">
            <a:spLocks/>
          </p:cNvSpPr>
          <p:nvPr/>
        </p:nvSpPr>
        <p:spPr>
          <a:xfrm>
            <a:off x="643614" y="1193045"/>
            <a:ext cx="11004912" cy="5664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https://www.amd.com/en/solutions/aerospace-and-defense/space.html 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https://www.altera.com/fpga-solutions/aerospace-defense-government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4"/>
              </a:rPr>
              <a:t>https://www.latticesemi.com/en/Solutions/SolutionCategories/Automotive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5"/>
              </a:rPr>
              <a:t>https://www.microchip.com/en-us/products/fpgas-and-plds/radiation-tolerant-fpgas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72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B185-C63C-8498-4D42-933C46BC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49D3-F1DF-F2E2-E52D-18D0D625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Where are FPGAs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873BEE-51DB-C5B2-EAE5-57BB0B49D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A1873-E527-0144-4543-C44D2A63B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330292"/>
            <a:ext cx="4057859" cy="127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1B716-945A-13EF-5F38-D933FF9AA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36" y="2214479"/>
            <a:ext cx="4254719" cy="1416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9E45F-AB66-6064-0D50-9EDEB5E2B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163" y="1833348"/>
            <a:ext cx="4159464" cy="1238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1E39E2-1D1E-ACA1-3A3B-D49443FD5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22" y="2996506"/>
            <a:ext cx="4235668" cy="12383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8288A9-1CB3-57CC-D79D-A0714CBB5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166" y="3167955"/>
            <a:ext cx="4235668" cy="1206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D146A1-B409-AEAE-B92E-72DC372A95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669" y="1139964"/>
            <a:ext cx="4254719" cy="13589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B2723D-592B-BDE7-96D0-E0EF75F741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26" y="4619931"/>
            <a:ext cx="4235668" cy="1225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3190EF-5CF5-07E3-66C0-C25496CF04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4036" y="2036138"/>
            <a:ext cx="3778444" cy="1206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4BD166-2DDE-73E4-2BB7-634827801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6116" y="3892818"/>
            <a:ext cx="3816546" cy="1339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49692C-82C0-720C-C924-D55E637002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390" y="4501517"/>
            <a:ext cx="3816546" cy="11811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E3A4D60-8505-7BE8-18A8-D2D06B0E17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9663" y="5205353"/>
            <a:ext cx="3778444" cy="11811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48B12F0-6DD5-1DA0-AA02-76659DE4F6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704" y="5682678"/>
            <a:ext cx="3797495" cy="9588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BD153D-444A-90D4-88D7-5654B4F2D1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5777" y="5600671"/>
            <a:ext cx="3695890" cy="120656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A822016-8C22-0F80-ABCC-5662BD2035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1591" y="5626072"/>
            <a:ext cx="3759393" cy="11811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B18736F-B830-7414-BDCC-1D73DD9C1E2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3580" y="3202770"/>
            <a:ext cx="3772094" cy="12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0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54B47-5594-5321-91E2-D6B5BA64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715823-50F0-83EC-9CA4-F945BA52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4" y="1460500"/>
            <a:ext cx="4811268" cy="4811268"/>
          </a:xfrm>
          <a:prstGeom prst="rect">
            <a:avLst/>
          </a:prstGeom>
          <a:noFill/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592FEB-E613-C566-C382-5DC429574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148DD-D488-9852-595B-1DC457A6A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Market size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C94BC03-7192-165B-F305-F99F114E7D0D}"/>
              </a:ext>
            </a:extLst>
          </p:cNvPr>
          <p:cNvSpPr txBox="1">
            <a:spLocks/>
          </p:cNvSpPr>
          <p:nvPr/>
        </p:nvSpPr>
        <p:spPr>
          <a:xfrm>
            <a:off x="5461000" y="2085184"/>
            <a:ext cx="6386068" cy="3653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Global market size ~12B US$ (2025)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CAGR ~10.5 (2025-2030)</a:t>
            </a:r>
          </a:p>
          <a:p>
            <a:pPr algn="just"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Design services ~2B US$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Microprocessor market size ~90B – 130B US$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Semiconductor industry ~700 B US$</a:t>
            </a: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15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60D9-4023-C03C-2CC6-7DE4122D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BA170A-FDA0-82DC-1BD8-2FC7F6E0B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A1409-EFF0-1159-D4D2-176E63F7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/>
              <a:t>What are FPGAs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9E43F-0FCE-9C72-E574-6F9E9234D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228" y="2206825"/>
            <a:ext cx="5514772" cy="3543242"/>
          </a:xfrm>
          <a:prstGeom prst="rect">
            <a:avLst/>
          </a:prstGeo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07C3C61-89C2-0B08-2341-918D255D444D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6386068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FPGAs are integrated circuits (ICs)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 principle, they can implement any digital circuit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Unlike conventional ICs, the final hardware logic is not fixed during manufacturing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Instead, it is configured later by the user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Hence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Field-Programmable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gate array part comes due to historical reasons</a:t>
            </a:r>
          </a:p>
        </p:txBody>
      </p:sp>
    </p:spTree>
    <p:extLst>
      <p:ext uri="{BB962C8B-B14F-4D97-AF65-F5344CB8AC3E}">
        <p14:creationId xmlns:p14="http://schemas.microsoft.com/office/powerpoint/2010/main" val="376613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F355-5860-1F77-E5E7-14495A48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AA461E-CC9F-5017-2B78-2CFEA1307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A9A2A-F1DE-B87B-C124-39920A02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/>
              <a:t>What are FPGAs</a:t>
            </a:r>
            <a:endParaRPr lang="en-US" b="1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0665530-FEB4-34DC-8841-256C99767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60336" y="1110020"/>
            <a:ext cx="4395609" cy="505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2B29E8-7D24-F127-FB77-92F4693078C5}"/>
              </a:ext>
            </a:extLst>
          </p:cNvPr>
          <p:cNvSpPr txBox="1"/>
          <p:nvPr/>
        </p:nvSpPr>
        <p:spPr>
          <a:xfrm>
            <a:off x="6984116" y="6019286"/>
            <a:ext cx="387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 </a:t>
            </a:r>
            <a:r>
              <a:rPr lang="en-US" sz="1000" dirty="0"/>
              <a:t>(https://en.wikipedia.org/wiki/Programmable_logic_array)</a:t>
            </a:r>
            <a:endParaRPr lang="en-IN" sz="1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CAF7A5-DA03-CC2B-24A8-5BA3CA0BDE63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6124178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Programmable Logic Arrays (PLAs) were predecessor to FPGAs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They literally contained arrays of AND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OR logic gates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You can implement Boolean expressions in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SoP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format by blowing unwanted fuses</a:t>
            </a:r>
          </a:p>
        </p:txBody>
      </p:sp>
    </p:spTree>
    <p:extLst>
      <p:ext uri="{BB962C8B-B14F-4D97-AF65-F5344CB8AC3E}">
        <p14:creationId xmlns:p14="http://schemas.microsoft.com/office/powerpoint/2010/main" val="17016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8571-6F2C-D16F-F331-5AD251D96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8D25FD5-75E4-8A74-D3E7-5F1D980DF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F017A-6B37-E2F8-3C4B-7C3B7BD39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/>
              <a:t>What are FPGAs</a:t>
            </a:r>
            <a:endParaRPr lang="en-US" b="1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C174A3-C73F-AAEB-B4CA-B0D198E3B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6900" y="1070689"/>
            <a:ext cx="4955972" cy="5698973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3DE8603-A58F-6311-9AD8-2B34DC90CF0A}"/>
              </a:ext>
            </a:extLst>
          </p:cNvPr>
          <p:cNvSpPr txBox="1">
            <a:spLocks/>
          </p:cNvSpPr>
          <p:nvPr/>
        </p:nvSpPr>
        <p:spPr>
          <a:xfrm>
            <a:off x="336157" y="1110020"/>
            <a:ext cx="4993817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 = AB’+BC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FPGAs do not have 2D array of discrete gates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 uses other building blocks arranged in 2D grid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But the general idea of generating different Boolean functions using flexible interconnect remains the same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Thus the name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Gate Array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1AD18-2A6B-B67A-20C4-84A884C8EEB9}"/>
              </a:ext>
            </a:extLst>
          </p:cNvPr>
          <p:cNvSpPr txBox="1"/>
          <p:nvPr/>
        </p:nvSpPr>
        <p:spPr>
          <a:xfrm>
            <a:off x="6096000" y="1319768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       B        C</a:t>
            </a:r>
            <a:endParaRPr lang="en-IN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6CE0DB-11F3-9D3F-4F3A-E42291104904}"/>
              </a:ext>
            </a:extLst>
          </p:cNvPr>
          <p:cNvGrpSpPr/>
          <p:nvPr/>
        </p:nvGrpSpPr>
        <p:grpSpPr>
          <a:xfrm>
            <a:off x="5875236" y="1985248"/>
            <a:ext cx="3016384" cy="369332"/>
            <a:chOff x="5875236" y="1985248"/>
            <a:chExt cx="3016384" cy="3693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DCF2DA-2012-F8F6-CEE9-FFBED27E55DD}"/>
                </a:ext>
              </a:extLst>
            </p:cNvPr>
            <p:cNvSpPr/>
            <p:nvPr/>
          </p:nvSpPr>
          <p:spPr>
            <a:xfrm>
              <a:off x="5875236" y="2258483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93B82E7-3DFA-2A47-D6B9-FA768530185A}"/>
                </a:ext>
              </a:extLst>
            </p:cNvPr>
            <p:cNvSpPr/>
            <p:nvPr/>
          </p:nvSpPr>
          <p:spPr>
            <a:xfrm>
              <a:off x="6853774" y="2259753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CDDB4E-0E9D-669F-2634-7B69E17FA08F}"/>
                </a:ext>
              </a:extLst>
            </p:cNvPr>
            <p:cNvSpPr txBox="1"/>
            <p:nvPr/>
          </p:nvSpPr>
          <p:spPr>
            <a:xfrm>
              <a:off x="8371926" y="1985248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AB’</a:t>
              </a:r>
              <a:endParaRPr lang="en-IN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ADE35C-331D-0CAC-94AC-F46A582291DE}"/>
              </a:ext>
            </a:extLst>
          </p:cNvPr>
          <p:cNvGrpSpPr/>
          <p:nvPr/>
        </p:nvGrpSpPr>
        <p:grpSpPr>
          <a:xfrm>
            <a:off x="6522936" y="2407735"/>
            <a:ext cx="2309372" cy="369332"/>
            <a:chOff x="6522936" y="2407735"/>
            <a:chExt cx="2309372" cy="36933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A4C4DD-4F72-4064-7425-D1E251898C0E}"/>
                </a:ext>
              </a:extLst>
            </p:cNvPr>
            <p:cNvSpPr/>
            <p:nvPr/>
          </p:nvSpPr>
          <p:spPr>
            <a:xfrm>
              <a:off x="6522936" y="2683933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F34D24-6FAE-C65B-CB96-CCEB9F01098B}"/>
                </a:ext>
              </a:extLst>
            </p:cNvPr>
            <p:cNvSpPr/>
            <p:nvPr/>
          </p:nvSpPr>
          <p:spPr>
            <a:xfrm>
              <a:off x="7181011" y="2680546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E87331F-AEA8-165D-8667-AF44471386EA}"/>
                </a:ext>
              </a:extLst>
            </p:cNvPr>
            <p:cNvSpPr txBox="1"/>
            <p:nvPr/>
          </p:nvSpPr>
          <p:spPr>
            <a:xfrm>
              <a:off x="8371926" y="240773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BC</a:t>
              </a:r>
              <a:endParaRPr lang="en-IN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B57611-8A1C-AB8C-BF4F-5630608E1FFE}"/>
              </a:ext>
            </a:extLst>
          </p:cNvPr>
          <p:cNvGrpSpPr/>
          <p:nvPr/>
        </p:nvGrpSpPr>
        <p:grpSpPr>
          <a:xfrm>
            <a:off x="8825693" y="2258483"/>
            <a:ext cx="296876" cy="4284408"/>
            <a:chOff x="8825693" y="2258483"/>
            <a:chExt cx="296876" cy="428440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BFFE55-0211-6991-5CF8-D76554B2CC3D}"/>
                </a:ext>
              </a:extLst>
            </p:cNvPr>
            <p:cNvSpPr/>
            <p:nvPr/>
          </p:nvSpPr>
          <p:spPr>
            <a:xfrm>
              <a:off x="8920064" y="2258483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48B421-EBB3-E802-3A7E-29A2A044CAD1}"/>
                </a:ext>
              </a:extLst>
            </p:cNvPr>
            <p:cNvSpPr/>
            <p:nvPr/>
          </p:nvSpPr>
          <p:spPr>
            <a:xfrm>
              <a:off x="8911175" y="2680546"/>
              <a:ext cx="104347" cy="9313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1FB571-2836-F425-E66E-058DC48FABD5}"/>
                </a:ext>
              </a:extLst>
            </p:cNvPr>
            <p:cNvSpPr txBox="1"/>
            <p:nvPr/>
          </p:nvSpPr>
          <p:spPr>
            <a:xfrm>
              <a:off x="8825693" y="6173559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F</a:t>
              </a:r>
              <a:endParaRPr lang="en-IN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04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53EA-80A8-69A2-9214-FCE6FCD0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CA95854-BFC1-CC34-ECC9-81464FCF3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E3960-A12D-E6B8-9D69-3359D7E7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5A5491F-B7FA-DA0B-9693-FA1093CC401F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fundamental idea behind FPGA architecture is ‘a memory with n inputs (address lines) can implement any n input  Boolean expression’</a:t>
            </a: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CB8D0A-EA9B-D36B-2B42-E4FE919CA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157528"/>
              </p:ext>
            </p:extLst>
          </p:nvPr>
        </p:nvGraphicFramePr>
        <p:xfrm>
          <a:off x="4838700" y="3236766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B654871-9484-7E66-62C4-AD502F6D1F66}"/>
              </a:ext>
            </a:extLst>
          </p:cNvPr>
          <p:cNvGrpSpPr/>
          <p:nvPr/>
        </p:nvGrpSpPr>
        <p:grpSpPr>
          <a:xfrm>
            <a:off x="3038023" y="3521143"/>
            <a:ext cx="5462071" cy="951321"/>
            <a:chOff x="3038023" y="3521143"/>
            <a:chExt cx="5462071" cy="951321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9A48BB1-E193-261F-CF1D-3E90F437EB50}"/>
                </a:ext>
              </a:extLst>
            </p:cNvPr>
            <p:cNvCxnSpPr/>
            <p:nvPr/>
          </p:nvCxnSpPr>
          <p:spPr>
            <a:xfrm>
              <a:off x="3403600" y="3733800"/>
              <a:ext cx="14351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83E3932-7531-58ED-66A7-D1CEF0C1ED5F}"/>
                </a:ext>
              </a:extLst>
            </p:cNvPr>
            <p:cNvCxnSpPr/>
            <p:nvPr/>
          </p:nvCxnSpPr>
          <p:spPr>
            <a:xfrm>
              <a:off x="3403600" y="4318000"/>
              <a:ext cx="14351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D7BEC09-F018-59AC-678F-84555835BCAA}"/>
                </a:ext>
              </a:extLst>
            </p:cNvPr>
            <p:cNvCxnSpPr/>
            <p:nvPr/>
          </p:nvCxnSpPr>
          <p:spPr>
            <a:xfrm>
              <a:off x="6743700" y="3978446"/>
              <a:ext cx="143510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DED8A5-7F88-71CF-34C7-5371D543995C}"/>
                </a:ext>
              </a:extLst>
            </p:cNvPr>
            <p:cNvSpPr txBox="1"/>
            <p:nvPr/>
          </p:nvSpPr>
          <p:spPr>
            <a:xfrm>
              <a:off x="3038023" y="3521143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0</a:t>
              </a:r>
              <a:endParaRPr lang="en-IN" baseline="-25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021691D-02BF-EB75-8C9F-4D95B790E088}"/>
                </a:ext>
              </a:extLst>
            </p:cNvPr>
            <p:cNvSpPr txBox="1"/>
            <p:nvPr/>
          </p:nvSpPr>
          <p:spPr>
            <a:xfrm>
              <a:off x="3038023" y="4103132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1</a:t>
              </a:r>
              <a:endParaRPr lang="en-IN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9D64D9-55C1-29D1-1A79-5AA33661679A}"/>
                </a:ext>
              </a:extLst>
            </p:cNvPr>
            <p:cNvSpPr txBox="1"/>
            <p:nvPr/>
          </p:nvSpPr>
          <p:spPr>
            <a:xfrm>
              <a:off x="8140700" y="3771900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</a:t>
              </a:r>
              <a:endParaRPr lang="en-IN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766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2D30-FC66-8442-650C-1041CE1D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5724F5-3419-8682-0093-8DD72329F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9A411-9604-95CD-54E0-9B516F8C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545F36D-6285-93FF-8BC4-81D9109CFEBA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C5E609-7E1B-A5B6-941E-F31F77675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51976"/>
              </p:ext>
            </p:extLst>
          </p:nvPr>
        </p:nvGraphicFramePr>
        <p:xfrm>
          <a:off x="2245177" y="1280966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4DAA93-CE34-50FC-53FB-94E9BC5D7359}"/>
              </a:ext>
            </a:extLst>
          </p:cNvPr>
          <p:cNvCxnSpPr/>
          <p:nvPr/>
        </p:nvCxnSpPr>
        <p:spPr>
          <a:xfrm>
            <a:off x="810077" y="177800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F56FCE-D774-C2ED-592B-EAFA6694F177}"/>
              </a:ext>
            </a:extLst>
          </p:cNvPr>
          <p:cNvCxnSpPr/>
          <p:nvPr/>
        </p:nvCxnSpPr>
        <p:spPr>
          <a:xfrm>
            <a:off x="810077" y="236220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126D1B-B1D4-08D6-C761-54767373B50D}"/>
              </a:ext>
            </a:extLst>
          </p:cNvPr>
          <p:cNvCxnSpPr/>
          <p:nvPr/>
        </p:nvCxnSpPr>
        <p:spPr>
          <a:xfrm>
            <a:off x="4150177" y="2022646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00F40B-F646-1D83-8839-183829F33255}"/>
              </a:ext>
            </a:extLst>
          </p:cNvPr>
          <p:cNvSpPr txBox="1"/>
          <p:nvPr/>
        </p:nvSpPr>
        <p:spPr>
          <a:xfrm>
            <a:off x="444500" y="156534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93AA3B-36BB-DCB5-7246-314181E0776E}"/>
              </a:ext>
            </a:extLst>
          </p:cNvPr>
          <p:cNvSpPr txBox="1"/>
          <p:nvPr/>
        </p:nvSpPr>
        <p:spPr>
          <a:xfrm>
            <a:off x="444500" y="214733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18FA3C-1123-922C-62DF-176CF39E25A6}"/>
              </a:ext>
            </a:extLst>
          </p:cNvPr>
          <p:cNvSpPr txBox="1"/>
          <p:nvPr/>
        </p:nvSpPr>
        <p:spPr>
          <a:xfrm>
            <a:off x="5547177" y="1816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5B603B-36D2-0545-A4C6-8186562DC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18314"/>
              </p:ext>
            </p:extLst>
          </p:nvPr>
        </p:nvGraphicFramePr>
        <p:xfrm>
          <a:off x="8371926" y="1192995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361B59-D3EE-CAF6-117E-10E722D74CDB}"/>
              </a:ext>
            </a:extLst>
          </p:cNvPr>
          <p:cNvCxnSpPr/>
          <p:nvPr/>
        </p:nvCxnSpPr>
        <p:spPr>
          <a:xfrm>
            <a:off x="6936826" y="1690029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8862A0-6C25-1AE8-4CF0-810A1CF84447}"/>
              </a:ext>
            </a:extLst>
          </p:cNvPr>
          <p:cNvCxnSpPr/>
          <p:nvPr/>
        </p:nvCxnSpPr>
        <p:spPr>
          <a:xfrm>
            <a:off x="6936826" y="2274229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8F2236-08D2-6898-B602-CC6ADD5FF8CA}"/>
              </a:ext>
            </a:extLst>
          </p:cNvPr>
          <p:cNvCxnSpPr/>
          <p:nvPr/>
        </p:nvCxnSpPr>
        <p:spPr>
          <a:xfrm>
            <a:off x="10276926" y="1934675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A9F7D7-58A0-316E-5297-4F14A7EF9B12}"/>
              </a:ext>
            </a:extLst>
          </p:cNvPr>
          <p:cNvSpPr txBox="1"/>
          <p:nvPr/>
        </p:nvSpPr>
        <p:spPr>
          <a:xfrm>
            <a:off x="6571249" y="147737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467387-6B6D-5AF6-E0CC-6A96080905F8}"/>
              </a:ext>
            </a:extLst>
          </p:cNvPr>
          <p:cNvSpPr txBox="1"/>
          <p:nvPr/>
        </p:nvSpPr>
        <p:spPr>
          <a:xfrm>
            <a:off x="6571249" y="205936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A6757E-2307-ED6B-2241-27B800526691}"/>
              </a:ext>
            </a:extLst>
          </p:cNvPr>
          <p:cNvSpPr txBox="1"/>
          <p:nvPr/>
        </p:nvSpPr>
        <p:spPr>
          <a:xfrm>
            <a:off x="11673926" y="17281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F91054-3D32-AB34-F6E1-7D776AC447A5}"/>
              </a:ext>
            </a:extLst>
          </p:cNvPr>
          <p:cNvSpPr/>
          <p:nvPr/>
        </p:nvSpPr>
        <p:spPr>
          <a:xfrm>
            <a:off x="8371926" y="1196011"/>
            <a:ext cx="1895685" cy="3693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44D814-3536-2749-30BA-E065DAD00FFA}"/>
              </a:ext>
            </a:extLst>
          </p:cNvPr>
          <p:cNvSpPr txBox="1"/>
          <p:nvPr/>
        </p:nvSpPr>
        <p:spPr>
          <a:xfrm>
            <a:off x="7054044" y="128555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1D24C-FD68-089A-CDB6-E852FA1A5123}"/>
              </a:ext>
            </a:extLst>
          </p:cNvPr>
          <p:cNvSpPr txBox="1"/>
          <p:nvPr/>
        </p:nvSpPr>
        <p:spPr>
          <a:xfrm>
            <a:off x="7043521" y="193467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081073-4675-0FEF-0AF4-44ADDD55A158}"/>
              </a:ext>
            </a:extLst>
          </p:cNvPr>
          <p:cNvSpPr txBox="1"/>
          <p:nvPr/>
        </p:nvSpPr>
        <p:spPr>
          <a:xfrm>
            <a:off x="11197782" y="156819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baseline="-2500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10CE564-A8DC-63EA-4D27-6EC8DD5BA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26294"/>
              </p:ext>
            </p:extLst>
          </p:nvPr>
        </p:nvGraphicFramePr>
        <p:xfrm>
          <a:off x="2245177" y="4714353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1083D8-F7D7-C5A2-53F6-A661A2083E28}"/>
              </a:ext>
            </a:extLst>
          </p:cNvPr>
          <p:cNvCxnSpPr/>
          <p:nvPr/>
        </p:nvCxnSpPr>
        <p:spPr>
          <a:xfrm>
            <a:off x="810077" y="5211387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41872E-EEF3-8321-C6B2-6C699906740B}"/>
              </a:ext>
            </a:extLst>
          </p:cNvPr>
          <p:cNvCxnSpPr/>
          <p:nvPr/>
        </p:nvCxnSpPr>
        <p:spPr>
          <a:xfrm>
            <a:off x="810077" y="5795587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E6AD4F-9B4E-A06F-F322-DC611A5A1C73}"/>
              </a:ext>
            </a:extLst>
          </p:cNvPr>
          <p:cNvCxnSpPr/>
          <p:nvPr/>
        </p:nvCxnSpPr>
        <p:spPr>
          <a:xfrm>
            <a:off x="4150177" y="5456033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039B32-1F8B-A30A-59B9-160CA4957603}"/>
              </a:ext>
            </a:extLst>
          </p:cNvPr>
          <p:cNvSpPr txBox="1"/>
          <p:nvPr/>
        </p:nvSpPr>
        <p:spPr>
          <a:xfrm>
            <a:off x="444500" y="4998730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77E5D8-ED25-73C5-FE31-79C355F19F4D}"/>
              </a:ext>
            </a:extLst>
          </p:cNvPr>
          <p:cNvSpPr txBox="1"/>
          <p:nvPr/>
        </p:nvSpPr>
        <p:spPr>
          <a:xfrm>
            <a:off x="444500" y="558071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603DD-0A39-1CE5-042B-3D7FFE3D1D4B}"/>
              </a:ext>
            </a:extLst>
          </p:cNvPr>
          <p:cNvSpPr txBox="1"/>
          <p:nvPr/>
        </p:nvSpPr>
        <p:spPr>
          <a:xfrm>
            <a:off x="5547177" y="524948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8DFE12-F9EA-2998-31CD-04C5F1238DB2}"/>
              </a:ext>
            </a:extLst>
          </p:cNvPr>
          <p:cNvSpPr/>
          <p:nvPr/>
        </p:nvSpPr>
        <p:spPr>
          <a:xfrm>
            <a:off x="2245177" y="5086701"/>
            <a:ext cx="1895685" cy="3693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6D074-9FD4-D376-3DFC-35F9D5288169}"/>
              </a:ext>
            </a:extLst>
          </p:cNvPr>
          <p:cNvSpPr txBox="1"/>
          <p:nvPr/>
        </p:nvSpPr>
        <p:spPr>
          <a:xfrm>
            <a:off x="927295" y="48069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6B7DBE-F093-5E39-BF85-0E2440FBAB89}"/>
              </a:ext>
            </a:extLst>
          </p:cNvPr>
          <p:cNvSpPr txBox="1"/>
          <p:nvPr/>
        </p:nvSpPr>
        <p:spPr>
          <a:xfrm>
            <a:off x="916772" y="545603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3957C0-76BE-B0AB-C8EB-2D866E60619D}"/>
              </a:ext>
            </a:extLst>
          </p:cNvPr>
          <p:cNvSpPr txBox="1"/>
          <p:nvPr/>
        </p:nvSpPr>
        <p:spPr>
          <a:xfrm>
            <a:off x="5071033" y="50895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baseline="-250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FEC6403F-1F5D-DBC5-A967-A9F36C8BC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75810"/>
              </p:ext>
            </p:extLst>
          </p:nvPr>
        </p:nvGraphicFramePr>
        <p:xfrm>
          <a:off x="8306810" y="4638948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A9F524-B14A-07DC-CCBF-2610395657AE}"/>
              </a:ext>
            </a:extLst>
          </p:cNvPr>
          <p:cNvCxnSpPr/>
          <p:nvPr/>
        </p:nvCxnSpPr>
        <p:spPr>
          <a:xfrm>
            <a:off x="6871710" y="513598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A5C5270-4CB7-F63C-F740-9ECCAEDD6A6D}"/>
              </a:ext>
            </a:extLst>
          </p:cNvPr>
          <p:cNvCxnSpPr/>
          <p:nvPr/>
        </p:nvCxnSpPr>
        <p:spPr>
          <a:xfrm>
            <a:off x="6871710" y="572018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0724A69-7BF7-69E6-4392-69C760BD25F0}"/>
              </a:ext>
            </a:extLst>
          </p:cNvPr>
          <p:cNvCxnSpPr/>
          <p:nvPr/>
        </p:nvCxnSpPr>
        <p:spPr>
          <a:xfrm>
            <a:off x="10211810" y="5380628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EA5366F-4027-6212-46D1-F3215945B965}"/>
              </a:ext>
            </a:extLst>
          </p:cNvPr>
          <p:cNvSpPr txBox="1"/>
          <p:nvPr/>
        </p:nvSpPr>
        <p:spPr>
          <a:xfrm>
            <a:off x="6506133" y="492332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DB8F4F-139B-170A-39BF-E72C95DD0CFD}"/>
              </a:ext>
            </a:extLst>
          </p:cNvPr>
          <p:cNvSpPr txBox="1"/>
          <p:nvPr/>
        </p:nvSpPr>
        <p:spPr>
          <a:xfrm>
            <a:off x="6506133" y="550531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33FD02-D707-D601-A9EC-067D43233D1D}"/>
              </a:ext>
            </a:extLst>
          </p:cNvPr>
          <p:cNvSpPr txBox="1"/>
          <p:nvPr/>
        </p:nvSpPr>
        <p:spPr>
          <a:xfrm>
            <a:off x="11608810" y="517408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B0DDCA-9FF2-B638-28A6-E8F4B13A3C36}"/>
              </a:ext>
            </a:extLst>
          </p:cNvPr>
          <p:cNvSpPr/>
          <p:nvPr/>
        </p:nvSpPr>
        <p:spPr>
          <a:xfrm>
            <a:off x="8308987" y="5748387"/>
            <a:ext cx="1895685" cy="3693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F8E4C2-AC94-485C-339F-DFB4BD7DB54B}"/>
              </a:ext>
            </a:extLst>
          </p:cNvPr>
          <p:cNvSpPr txBox="1"/>
          <p:nvPr/>
        </p:nvSpPr>
        <p:spPr>
          <a:xfrm>
            <a:off x="6988928" y="473150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EC09B-A32A-BD1D-BE81-691E62B44E71}"/>
              </a:ext>
            </a:extLst>
          </p:cNvPr>
          <p:cNvSpPr txBox="1"/>
          <p:nvPr/>
        </p:nvSpPr>
        <p:spPr>
          <a:xfrm>
            <a:off x="6978405" y="538062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18FC60-341B-6A98-C207-78EB7326302D}"/>
              </a:ext>
            </a:extLst>
          </p:cNvPr>
          <p:cNvSpPr txBox="1"/>
          <p:nvPr/>
        </p:nvSpPr>
        <p:spPr>
          <a:xfrm>
            <a:off x="11132666" y="50141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1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1" grpId="0" animBg="1"/>
      <p:bldP spid="19" grpId="0"/>
      <p:bldP spid="20" grpId="0"/>
      <p:bldP spid="22" grpId="0"/>
      <p:bldP spid="27" grpId="0"/>
      <p:bldP spid="28" grpId="0"/>
      <p:bldP spid="29" grpId="0"/>
      <p:bldP spid="30" grpId="0" animBg="1"/>
      <p:bldP spid="31" grpId="0"/>
      <p:bldP spid="32" grpId="0"/>
      <p:bldP spid="33" grpId="0"/>
      <p:bldP spid="38" grpId="0"/>
      <p:bldP spid="39" grpId="0"/>
      <p:bldP spid="40" grpId="0"/>
      <p:bldP spid="41" grpId="0" animBg="1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0CD-53B1-43B4-1DA7-BE856FB7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A2926-3E6F-094F-5BBE-3DBCC85B5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C27D7-272F-F058-660E-2D889F39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E629A23-BD4C-6FD9-6E2B-5A2236339528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C1E75C-CCC4-33B5-F6D1-549E03C8D226}"/>
              </a:ext>
            </a:extLst>
          </p:cNvPr>
          <p:cNvGraphicFramePr>
            <a:graphicFrameLocks noGrp="1"/>
          </p:cNvGraphicFramePr>
          <p:nvPr/>
        </p:nvGraphicFramePr>
        <p:xfrm>
          <a:off x="2245177" y="1280966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59168C-0203-FB9E-2740-649E04C89CC9}"/>
              </a:ext>
            </a:extLst>
          </p:cNvPr>
          <p:cNvCxnSpPr/>
          <p:nvPr/>
        </p:nvCxnSpPr>
        <p:spPr>
          <a:xfrm>
            <a:off x="810077" y="177800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B13291-F769-3442-0BB0-F2FACB647BFA}"/>
              </a:ext>
            </a:extLst>
          </p:cNvPr>
          <p:cNvCxnSpPr/>
          <p:nvPr/>
        </p:nvCxnSpPr>
        <p:spPr>
          <a:xfrm>
            <a:off x="810077" y="236220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41CDD3-204F-B839-2B63-393C1EAF45B3}"/>
              </a:ext>
            </a:extLst>
          </p:cNvPr>
          <p:cNvCxnSpPr/>
          <p:nvPr/>
        </p:nvCxnSpPr>
        <p:spPr>
          <a:xfrm>
            <a:off x="4150177" y="2022646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D92453E-5617-0DA7-664A-3A88F6E8A994}"/>
              </a:ext>
            </a:extLst>
          </p:cNvPr>
          <p:cNvSpPr txBox="1"/>
          <p:nvPr/>
        </p:nvSpPr>
        <p:spPr>
          <a:xfrm>
            <a:off x="444500" y="156534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BA793-2C61-C81E-70D3-978C0A32B286}"/>
              </a:ext>
            </a:extLst>
          </p:cNvPr>
          <p:cNvSpPr txBox="1"/>
          <p:nvPr/>
        </p:nvSpPr>
        <p:spPr>
          <a:xfrm>
            <a:off x="444500" y="214733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4EA1B-577E-F9C5-BF52-563394D98638}"/>
              </a:ext>
            </a:extLst>
          </p:cNvPr>
          <p:cNvSpPr txBox="1"/>
          <p:nvPr/>
        </p:nvSpPr>
        <p:spPr>
          <a:xfrm>
            <a:off x="5547177" y="18161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592EE3AC-41C1-5645-E103-2C6B66BA035B}"/>
              </a:ext>
            </a:extLst>
          </p:cNvPr>
          <p:cNvGraphicFramePr>
            <a:graphicFrameLocks noGrp="1"/>
          </p:cNvGraphicFramePr>
          <p:nvPr/>
        </p:nvGraphicFramePr>
        <p:xfrm>
          <a:off x="2245177" y="3038356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A2DC4B-CB74-3006-DD02-DCC33370D47C}"/>
              </a:ext>
            </a:extLst>
          </p:cNvPr>
          <p:cNvCxnSpPr/>
          <p:nvPr/>
        </p:nvCxnSpPr>
        <p:spPr>
          <a:xfrm>
            <a:off x="810077" y="353539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09BA507-E90A-195D-9665-4FB6D3EE9B90}"/>
              </a:ext>
            </a:extLst>
          </p:cNvPr>
          <p:cNvCxnSpPr/>
          <p:nvPr/>
        </p:nvCxnSpPr>
        <p:spPr>
          <a:xfrm>
            <a:off x="810077" y="4119590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992B52-3FB3-3E37-981E-80E901424705}"/>
              </a:ext>
            </a:extLst>
          </p:cNvPr>
          <p:cNvCxnSpPr/>
          <p:nvPr/>
        </p:nvCxnSpPr>
        <p:spPr>
          <a:xfrm>
            <a:off x="4150177" y="3780036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37C92CE-0462-AF91-084B-B5CC562A5EF2}"/>
              </a:ext>
            </a:extLst>
          </p:cNvPr>
          <p:cNvSpPr txBox="1"/>
          <p:nvPr/>
        </p:nvSpPr>
        <p:spPr>
          <a:xfrm>
            <a:off x="444500" y="332273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906DBC-27AA-F17F-86B7-011F203724BB}"/>
              </a:ext>
            </a:extLst>
          </p:cNvPr>
          <p:cNvSpPr txBox="1"/>
          <p:nvPr/>
        </p:nvSpPr>
        <p:spPr>
          <a:xfrm>
            <a:off x="444500" y="3904722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941358-C41B-9198-B5A5-7A853CF7150E}"/>
              </a:ext>
            </a:extLst>
          </p:cNvPr>
          <p:cNvSpPr txBox="1"/>
          <p:nvPr/>
        </p:nvSpPr>
        <p:spPr>
          <a:xfrm>
            <a:off x="5547177" y="357349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4605331A-8C4A-EB21-EE2F-03AAC25C87BF}"/>
              </a:ext>
            </a:extLst>
          </p:cNvPr>
          <p:cNvGraphicFramePr>
            <a:graphicFrameLocks noGrp="1"/>
          </p:cNvGraphicFramePr>
          <p:nvPr/>
        </p:nvGraphicFramePr>
        <p:xfrm>
          <a:off x="2245177" y="4971038"/>
          <a:ext cx="1905000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850772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862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3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0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8867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700970"/>
                  </a:ext>
                </a:extLst>
              </a:tr>
            </a:tbl>
          </a:graphicData>
        </a:graphic>
      </p:graphicFrame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889B11-5D3E-76A6-06CA-27E5EF166984}"/>
              </a:ext>
            </a:extLst>
          </p:cNvPr>
          <p:cNvCxnSpPr/>
          <p:nvPr/>
        </p:nvCxnSpPr>
        <p:spPr>
          <a:xfrm>
            <a:off x="810077" y="546807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1973D81-9EA8-35B8-026B-CFAE2AF23505}"/>
              </a:ext>
            </a:extLst>
          </p:cNvPr>
          <p:cNvCxnSpPr/>
          <p:nvPr/>
        </p:nvCxnSpPr>
        <p:spPr>
          <a:xfrm>
            <a:off x="810077" y="6052272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96DD9CD-23D3-B905-7454-729D0049968D}"/>
              </a:ext>
            </a:extLst>
          </p:cNvPr>
          <p:cNvCxnSpPr/>
          <p:nvPr/>
        </p:nvCxnSpPr>
        <p:spPr>
          <a:xfrm>
            <a:off x="4150177" y="5712718"/>
            <a:ext cx="1435100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6FF4137-C60D-F619-AB9A-9CBC982BB443}"/>
              </a:ext>
            </a:extLst>
          </p:cNvPr>
          <p:cNvSpPr txBox="1"/>
          <p:nvPr/>
        </p:nvSpPr>
        <p:spPr>
          <a:xfrm>
            <a:off x="444500" y="525541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0</a:t>
            </a:r>
            <a:endParaRPr lang="en-IN" baseline="-25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5BDAF5-4B2E-45B0-1B43-08350B18BF71}"/>
              </a:ext>
            </a:extLst>
          </p:cNvPr>
          <p:cNvSpPr txBox="1"/>
          <p:nvPr/>
        </p:nvSpPr>
        <p:spPr>
          <a:xfrm>
            <a:off x="444500" y="5837404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en-IN" baseline="-25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757A89-F5B0-1A71-5C88-3E69C86EE526}"/>
              </a:ext>
            </a:extLst>
          </p:cNvPr>
          <p:cNvSpPr txBox="1"/>
          <p:nvPr/>
        </p:nvSpPr>
        <p:spPr>
          <a:xfrm>
            <a:off x="5547177" y="550617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  <a:endParaRPr lang="en-IN" baseline="-25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422AE4-A629-F7AE-05B5-AA7C2A2CEEF3}"/>
              </a:ext>
            </a:extLst>
          </p:cNvPr>
          <p:cNvSpPr txBox="1"/>
          <p:nvPr/>
        </p:nvSpPr>
        <p:spPr>
          <a:xfrm>
            <a:off x="7722250" y="5092284"/>
            <a:ext cx="141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F(A,B)=A→B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43619A82-C20F-E508-A2BD-6D06EB0CE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250" y="5533861"/>
            <a:ext cx="1599142" cy="79957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1508510-A225-4455-F42A-AA7630CC5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372" y="1616245"/>
            <a:ext cx="1625604" cy="81280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734A1A1F-C6F6-B8ED-EFB3-F6B07ECB3C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187" y="2908299"/>
            <a:ext cx="2943636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7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53" grpId="0"/>
      <p:bldP spid="54" grpId="0"/>
      <p:bldP spid="55" grpId="0"/>
      <p:bldP spid="65" grpId="0"/>
      <p:bldP spid="66" grpId="0"/>
      <p:bldP spid="67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A855D-6D54-A353-2117-9AC86BAC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D05CD9-ECEC-0CC9-D97C-C5715FF6A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1EBEA-DF27-B3DC-E068-A6BF518A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CE41969-4A79-C079-1203-4EC25453CE2E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E375F21E-73DA-7DA8-4DC5-8275B5A136B3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We will call these small memory elements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look-up table 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(LUTs)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They are one of the basic building blocks of all FPGAs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size of the actual LUTs depend on the specific FPGA that you are using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For a long time LUTs used be 4 input one output (16-bit deep)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Most modern FPGAs use 6 input 2 output LUTs, which can be used either as a single 6 input 1 output LUT or two 5 input 1 output LUTs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Those finer architecture details we will see later</a:t>
            </a:r>
          </a:p>
        </p:txBody>
      </p:sp>
    </p:spTree>
    <p:extLst>
      <p:ext uri="{BB962C8B-B14F-4D97-AF65-F5344CB8AC3E}">
        <p14:creationId xmlns:p14="http://schemas.microsoft.com/office/powerpoint/2010/main" val="131977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974C6-C43A-2FE3-0CD0-9EC56A59C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C16720-6DA4-4A10-2636-3F35EA528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DC1E0-B627-E9E7-3ADA-313487BC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FCE5DC1-508D-4F3D-B171-A2C0462C6157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BD2AE48A-2D23-547F-BAB5-F5D48A27FD63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Modern FPGAs contain a few thousand to millions of LUTs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As you can figure out, for implementing larger circuits (gate count), we need FPGAs with larger LUTs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But LUTs alone can implement only combinational circuits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à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You may argue since latches can be built using basic gates, same can be applied here and can build memory elements</a:t>
            </a:r>
          </a:p>
        </p:txBody>
      </p:sp>
      <p:pic>
        <p:nvPicPr>
          <p:cNvPr id="3" name="Picture 2" descr="Latches in Digital Logic - GeeksforGeeks">
            <a:extLst>
              <a:ext uri="{FF2B5EF4-FFF2-40B4-BE49-F238E27FC236}">
                <a16:creationId xmlns:a16="http://schemas.microsoft.com/office/drawing/2014/main" id="{44CEA910-CB95-5372-E3F7-A0D0AA32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238" y="4165600"/>
            <a:ext cx="3542667" cy="2530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42CE3E-811F-BC2E-3131-4E3D0C038503}"/>
              </a:ext>
            </a:extLst>
          </p:cNvPr>
          <p:cNvSpPr txBox="1"/>
          <p:nvPr/>
        </p:nvSpPr>
        <p:spPr>
          <a:xfrm>
            <a:off x="4699000" y="6527999"/>
            <a:ext cx="5053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SR latch </a:t>
            </a:r>
            <a:r>
              <a:rPr lang="en-US" sz="1000" dirty="0"/>
              <a:t>(https://www.geeksforgeeks.org/digital-logic/latches-in-digital-logic/)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04372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C252-68B9-DB5F-D361-3EE73BCB4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7E6763-3CEF-68DE-CECD-79601FBE8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14984-D944-F1C5-6E76-3BD656CF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ED3B14E-99A8-566F-CC48-E9B49A533F08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3FA7A1E1-FC57-8E70-6291-8202E9FD9FFA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 is a very bad idea for FPGA design to have such feedback loops(you will understand it as we progress)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 idea is so bad that the FPGA design tools will warn you about such loops (referred as combinational loops)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Still there are cases where you may use it to generate uncertainties (such as in design of random number generation) 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42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EC3E-7A8D-F22E-C6B5-B660DBB7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D33A584-9A50-24D5-551A-5CDC16030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F4408-0F50-301A-8C9C-8C08AEC99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E8C094B-6EC4-9C8C-8E5D-EE21E6881C90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EF9C770F-23F2-F71E-76D7-48CE6B61812A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To implement sequential logic, FPGAs provide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flip-flops (FFs)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Like LUTs, again there could be a few thousand to millions of flip-flops in an FPGA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Their smart arrangement allows implementing both combinational and sequential circuits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4D8D74-EEC9-36C3-9384-9DC3186AC163}"/>
              </a:ext>
            </a:extLst>
          </p:cNvPr>
          <p:cNvGrpSpPr/>
          <p:nvPr/>
        </p:nvGrpSpPr>
        <p:grpSpPr>
          <a:xfrm>
            <a:off x="2051050" y="4013200"/>
            <a:ext cx="7913413" cy="2044700"/>
            <a:chOff x="2051050" y="4013200"/>
            <a:chExt cx="7913413" cy="20447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700076B-3DA7-0AEF-4C12-ED99254CD6B2}"/>
                </a:ext>
              </a:extLst>
            </p:cNvPr>
            <p:cNvSpPr/>
            <p:nvPr/>
          </p:nvSpPr>
          <p:spPr>
            <a:xfrm>
              <a:off x="3505200" y="4013200"/>
              <a:ext cx="1460500" cy="2044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LUT</a:t>
              </a:r>
              <a:endParaRPr lang="en-IN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AD784B2-E4B0-EFBD-7513-70E0EC2C8F0B}"/>
                </a:ext>
              </a:extLst>
            </p:cNvPr>
            <p:cNvCxnSpPr/>
            <p:nvPr/>
          </p:nvCxnSpPr>
          <p:spPr>
            <a:xfrm>
              <a:off x="2057400" y="45339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7990AC2-16BD-5DCD-223E-B602A828F975}"/>
                </a:ext>
              </a:extLst>
            </p:cNvPr>
            <p:cNvCxnSpPr/>
            <p:nvPr/>
          </p:nvCxnSpPr>
          <p:spPr>
            <a:xfrm>
              <a:off x="2057400" y="48006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B923813-1EEA-9757-C121-240A43A201C4}"/>
                </a:ext>
              </a:extLst>
            </p:cNvPr>
            <p:cNvCxnSpPr/>
            <p:nvPr/>
          </p:nvCxnSpPr>
          <p:spPr>
            <a:xfrm>
              <a:off x="2063750" y="50419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AF2C969-FC2C-06E3-31C0-0B4831EFC1CD}"/>
                </a:ext>
              </a:extLst>
            </p:cNvPr>
            <p:cNvCxnSpPr/>
            <p:nvPr/>
          </p:nvCxnSpPr>
          <p:spPr>
            <a:xfrm>
              <a:off x="2051050" y="5283200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67CC8E4-5F42-3107-3252-12FE25AFCAEE}"/>
                </a:ext>
              </a:extLst>
            </p:cNvPr>
            <p:cNvCxnSpPr/>
            <p:nvPr/>
          </p:nvCxnSpPr>
          <p:spPr>
            <a:xfrm>
              <a:off x="4965700" y="4999388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F9DE95-78CF-C741-49FD-FF4B9285B473}"/>
                </a:ext>
              </a:extLst>
            </p:cNvPr>
            <p:cNvSpPr/>
            <p:nvPr/>
          </p:nvSpPr>
          <p:spPr>
            <a:xfrm>
              <a:off x="6407150" y="4374811"/>
              <a:ext cx="1003300" cy="138429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FF</a:t>
              </a:r>
              <a:endParaRPr lang="en-IN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65F1B61-8815-ADAB-5F4E-5445FE574771}"/>
                </a:ext>
              </a:extLst>
            </p:cNvPr>
            <p:cNvCxnSpPr/>
            <p:nvPr/>
          </p:nvCxnSpPr>
          <p:spPr>
            <a:xfrm>
              <a:off x="7410450" y="4999388"/>
              <a:ext cx="14478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0B13D97-A0C1-08CD-6466-1EEC1F752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34350" y="4745209"/>
              <a:ext cx="7239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F50741E-462B-8EC4-5A82-01900EF13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8310" y="4231640"/>
              <a:ext cx="0" cy="767748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98E7DBF-223C-4116-518F-031FFAD326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8310" y="4231640"/>
              <a:ext cx="260604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C1A1E7C-28E5-C7DA-0E62-4D640011A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4350" y="4225290"/>
              <a:ext cx="0" cy="519919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6A4376-761D-12BB-82C7-5F7A41E6AC2D}"/>
                </a:ext>
              </a:extLst>
            </p:cNvPr>
            <p:cNvCxnSpPr/>
            <p:nvPr/>
          </p:nvCxnSpPr>
          <p:spPr>
            <a:xfrm>
              <a:off x="8858250" y="4425611"/>
              <a:ext cx="0" cy="9083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31E4656-1E3E-633D-B059-052CB6B7FBD1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50" y="4584700"/>
              <a:ext cx="0" cy="6223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9BB8F8-DF09-3205-528E-35185564719C}"/>
                </a:ext>
              </a:extLst>
            </p:cNvPr>
            <p:cNvCxnSpPr>
              <a:cxnSpLocks/>
            </p:cNvCxnSpPr>
            <p:nvPr/>
          </p:nvCxnSpPr>
          <p:spPr>
            <a:xfrm>
              <a:off x="8851900" y="4425950"/>
              <a:ext cx="336550" cy="1587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984608-DA5F-846A-0A14-07B9133A7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8251" y="5201629"/>
              <a:ext cx="330199" cy="12700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FF65ACA-03A7-6D11-D85B-0CA6E627511D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50" y="4879805"/>
              <a:ext cx="7239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A3F215C-7FE0-61EF-F4A8-81B5EE070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0175" y="5265129"/>
              <a:ext cx="0" cy="72690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622C064-D875-0936-7352-928532112FBB}"/>
                </a:ext>
              </a:extLst>
            </p:cNvPr>
            <p:cNvSpPr txBox="1"/>
            <p:nvPr/>
          </p:nvSpPr>
          <p:spPr>
            <a:xfrm>
              <a:off x="9645145" y="4560543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34494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5001-7E29-9646-0472-1A31EA10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917826-4DB7-50A0-C7D9-DBF74D55D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C8D8C-8A73-1C30-390A-5AE7AE9A6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358C6B8-212F-73E4-268B-9B4ACE07098A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B37B5D58-5284-B9E8-B3E9-3FA28127ED73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You should be now starting to appreciate the flexibility FPGAs provide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They allow to use same LUTs to implement different logic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They support combinational and sequential logic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In short, they are quite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configurable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So let’s call this </a:t>
            </a:r>
            <a:r>
              <a:rPr lang="en-US" sz="2800" dirty="0" err="1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LUT+FF+Mux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as </a:t>
            </a:r>
            <a:r>
              <a:rPr lang="en-US" sz="2800" b="1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configurable logic block</a:t>
            </a: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(CLB) and now they will be acting as the basic building block of FPGA</a:t>
            </a:r>
          </a:p>
        </p:txBody>
      </p:sp>
    </p:spTree>
    <p:extLst>
      <p:ext uri="{BB962C8B-B14F-4D97-AF65-F5344CB8AC3E}">
        <p14:creationId xmlns:p14="http://schemas.microsoft.com/office/powerpoint/2010/main" val="30710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4A2D5-CF01-4A7F-78FA-DA70C3CD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E87DA3-316B-E1DB-F95A-844B459B2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EDDAC-A6FB-67BA-8472-A75F74FD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5447C02-CFBC-B0E6-3D32-D0EAFC3FAE5C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737939-95C7-C071-C868-0286C7C88291}"/>
              </a:ext>
            </a:extLst>
          </p:cNvPr>
          <p:cNvGrpSpPr/>
          <p:nvPr/>
        </p:nvGrpSpPr>
        <p:grpSpPr>
          <a:xfrm>
            <a:off x="4222115" y="1303974"/>
            <a:ext cx="4737100" cy="5123417"/>
            <a:chOff x="4222115" y="1303974"/>
            <a:chExt cx="4737100" cy="51234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10C8818-7CE7-21C0-56FA-3E67B3372F8E}"/>
                </a:ext>
              </a:extLst>
            </p:cNvPr>
            <p:cNvSpPr/>
            <p:nvPr/>
          </p:nvSpPr>
          <p:spPr>
            <a:xfrm>
              <a:off x="4222115" y="1303974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8D8A32-A913-B7BC-BFC9-31B387A24B62}"/>
                </a:ext>
              </a:extLst>
            </p:cNvPr>
            <p:cNvSpPr/>
            <p:nvPr/>
          </p:nvSpPr>
          <p:spPr>
            <a:xfrm>
              <a:off x="6254115" y="1303974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E500C11-E9C0-89C9-2B14-7F701FCF40EC}"/>
                </a:ext>
              </a:extLst>
            </p:cNvPr>
            <p:cNvSpPr/>
            <p:nvPr/>
          </p:nvSpPr>
          <p:spPr>
            <a:xfrm>
              <a:off x="8286115" y="1303974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3610177-1879-4FDA-922F-94DCB5F094E3}"/>
                </a:ext>
              </a:extLst>
            </p:cNvPr>
            <p:cNvSpPr/>
            <p:nvPr/>
          </p:nvSpPr>
          <p:spPr>
            <a:xfrm>
              <a:off x="4222115" y="2711213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8AAA7EC-6FBC-EEA6-22A0-7966FB34278F}"/>
                </a:ext>
              </a:extLst>
            </p:cNvPr>
            <p:cNvSpPr/>
            <p:nvPr/>
          </p:nvSpPr>
          <p:spPr>
            <a:xfrm>
              <a:off x="6254115" y="2711213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E3D87FE-C8AC-E7F7-D004-103AB1983A6A}"/>
                </a:ext>
              </a:extLst>
            </p:cNvPr>
            <p:cNvSpPr/>
            <p:nvPr/>
          </p:nvSpPr>
          <p:spPr>
            <a:xfrm>
              <a:off x="8286115" y="2711213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BF7F79-A569-2E72-86C7-7BA7690A7AF5}"/>
                </a:ext>
              </a:extLst>
            </p:cNvPr>
            <p:cNvSpPr/>
            <p:nvPr/>
          </p:nvSpPr>
          <p:spPr>
            <a:xfrm>
              <a:off x="4222115" y="4118452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7D70251-D40B-C76C-9DC1-FD5A80B9302F}"/>
                </a:ext>
              </a:extLst>
            </p:cNvPr>
            <p:cNvSpPr/>
            <p:nvPr/>
          </p:nvSpPr>
          <p:spPr>
            <a:xfrm>
              <a:off x="6254115" y="4118452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B5D92E9-9400-C89B-2C01-CEDF3A8E1CA1}"/>
                </a:ext>
              </a:extLst>
            </p:cNvPr>
            <p:cNvSpPr/>
            <p:nvPr/>
          </p:nvSpPr>
          <p:spPr>
            <a:xfrm>
              <a:off x="8286115" y="4118452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EB06E3-48D6-975B-0F0E-FDAFB2D28FA9}"/>
                </a:ext>
              </a:extLst>
            </p:cNvPr>
            <p:cNvSpPr/>
            <p:nvPr/>
          </p:nvSpPr>
          <p:spPr>
            <a:xfrm>
              <a:off x="4222115" y="5525691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97A0FF5-7605-6A9A-A1AB-9FC280889EC0}"/>
                </a:ext>
              </a:extLst>
            </p:cNvPr>
            <p:cNvSpPr/>
            <p:nvPr/>
          </p:nvSpPr>
          <p:spPr>
            <a:xfrm>
              <a:off x="6254115" y="5525691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B49B068-C79B-D060-2D71-483A315912A6}"/>
                </a:ext>
              </a:extLst>
            </p:cNvPr>
            <p:cNvSpPr/>
            <p:nvPr/>
          </p:nvSpPr>
          <p:spPr>
            <a:xfrm>
              <a:off x="8286115" y="5525691"/>
              <a:ext cx="673100" cy="9017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CLB</a:t>
              </a:r>
              <a:endParaRPr lang="en-IN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2564E5F-2841-1CEA-A1D2-44F50949BA03}"/>
              </a:ext>
            </a:extLst>
          </p:cNvPr>
          <p:cNvGrpSpPr/>
          <p:nvPr/>
        </p:nvGrpSpPr>
        <p:grpSpPr>
          <a:xfrm>
            <a:off x="3206115" y="1397551"/>
            <a:ext cx="4737100" cy="4936263"/>
            <a:chOff x="3206115" y="1397551"/>
            <a:chExt cx="4737100" cy="49362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DE1EFC9-2731-16A8-FD69-FE402BAEAD8D}"/>
                </a:ext>
              </a:extLst>
            </p:cNvPr>
            <p:cNvSpPr/>
            <p:nvPr/>
          </p:nvSpPr>
          <p:spPr>
            <a:xfrm>
              <a:off x="3206115" y="1397551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975B0D-8F89-7D99-E1C4-B4C9CD47665B}"/>
                </a:ext>
              </a:extLst>
            </p:cNvPr>
            <p:cNvSpPr/>
            <p:nvPr/>
          </p:nvSpPr>
          <p:spPr>
            <a:xfrm>
              <a:off x="5238115" y="1397551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5A5EFF-A7A6-3383-563A-D8FA81102F8E}"/>
                </a:ext>
              </a:extLst>
            </p:cNvPr>
            <p:cNvSpPr/>
            <p:nvPr/>
          </p:nvSpPr>
          <p:spPr>
            <a:xfrm>
              <a:off x="7270115" y="1397551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6A7E61-F0D8-2F45-B2E4-D7BF7B6590A5}"/>
                </a:ext>
              </a:extLst>
            </p:cNvPr>
            <p:cNvSpPr/>
            <p:nvPr/>
          </p:nvSpPr>
          <p:spPr>
            <a:xfrm>
              <a:off x="3206115" y="2804790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8AF397-B1D7-6C01-303F-6D90541F6F1E}"/>
                </a:ext>
              </a:extLst>
            </p:cNvPr>
            <p:cNvSpPr/>
            <p:nvPr/>
          </p:nvSpPr>
          <p:spPr>
            <a:xfrm>
              <a:off x="5238115" y="2804790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0E9FAF1-0B00-86C9-65C5-6FF3E9DAF3D7}"/>
                </a:ext>
              </a:extLst>
            </p:cNvPr>
            <p:cNvSpPr/>
            <p:nvPr/>
          </p:nvSpPr>
          <p:spPr>
            <a:xfrm>
              <a:off x="7270115" y="2804790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61CD69-D75D-556F-2F40-CA0457208308}"/>
                </a:ext>
              </a:extLst>
            </p:cNvPr>
            <p:cNvSpPr/>
            <p:nvPr/>
          </p:nvSpPr>
          <p:spPr>
            <a:xfrm>
              <a:off x="3206115" y="4212029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105DCC9-774B-BDEA-707F-06D4468151DF}"/>
                </a:ext>
              </a:extLst>
            </p:cNvPr>
            <p:cNvSpPr/>
            <p:nvPr/>
          </p:nvSpPr>
          <p:spPr>
            <a:xfrm>
              <a:off x="5238115" y="4212029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8AB62B-C4C3-D881-E458-62487ACD0981}"/>
                </a:ext>
              </a:extLst>
            </p:cNvPr>
            <p:cNvSpPr/>
            <p:nvPr/>
          </p:nvSpPr>
          <p:spPr>
            <a:xfrm>
              <a:off x="7270115" y="4212029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8D5EA7B-7195-BEFB-F983-84B582547CD4}"/>
                </a:ext>
              </a:extLst>
            </p:cNvPr>
            <p:cNvSpPr/>
            <p:nvPr/>
          </p:nvSpPr>
          <p:spPr>
            <a:xfrm>
              <a:off x="3206115" y="5619268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E3B0F73-48B6-BF04-7888-F6DF38E8D465}"/>
                </a:ext>
              </a:extLst>
            </p:cNvPr>
            <p:cNvSpPr/>
            <p:nvPr/>
          </p:nvSpPr>
          <p:spPr>
            <a:xfrm>
              <a:off x="5238115" y="5619268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713DEA-8BD0-E220-0EB0-6DAA2F15B1F3}"/>
                </a:ext>
              </a:extLst>
            </p:cNvPr>
            <p:cNvSpPr/>
            <p:nvPr/>
          </p:nvSpPr>
          <p:spPr>
            <a:xfrm>
              <a:off x="7270115" y="5619268"/>
              <a:ext cx="673100" cy="7145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SB</a:t>
              </a:r>
              <a:endParaRPr lang="en-IN" dirty="0"/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72C47A66-2E47-68D7-8124-9E013F9EF075}"/>
              </a:ext>
            </a:extLst>
          </p:cNvPr>
          <p:cNvGrpSpPr/>
          <p:nvPr/>
        </p:nvGrpSpPr>
        <p:grpSpPr>
          <a:xfrm>
            <a:off x="3364230" y="2112097"/>
            <a:ext cx="4445000" cy="3507171"/>
            <a:chOff x="3364230" y="2112097"/>
            <a:chExt cx="4445000" cy="3507171"/>
          </a:xfrm>
        </p:grpSpPr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891F958-D62C-C1B2-EED5-B2BF539C2AE0}"/>
                </a:ext>
              </a:extLst>
            </p:cNvPr>
            <p:cNvCxnSpPr>
              <a:cxnSpLocks/>
            </p:cNvCxnSpPr>
            <p:nvPr/>
          </p:nvCxnSpPr>
          <p:spPr>
            <a:xfrm>
              <a:off x="54216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6BEE4444-E292-E773-5AB5-D6A4C6819EA2}"/>
                </a:ext>
              </a:extLst>
            </p:cNvPr>
            <p:cNvCxnSpPr>
              <a:cxnSpLocks/>
            </p:cNvCxnSpPr>
            <p:nvPr/>
          </p:nvCxnSpPr>
          <p:spPr>
            <a:xfrm>
              <a:off x="546290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DD8B3A7A-BA6A-2C1C-E03D-FD6A165D71C5}"/>
                </a:ext>
              </a:extLst>
            </p:cNvPr>
            <p:cNvCxnSpPr>
              <a:cxnSpLocks/>
            </p:cNvCxnSpPr>
            <p:nvPr/>
          </p:nvCxnSpPr>
          <p:spPr>
            <a:xfrm>
              <a:off x="550418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1030039A-6379-C32D-7732-AEF2AF1C7401}"/>
                </a:ext>
              </a:extLst>
            </p:cNvPr>
            <p:cNvCxnSpPr>
              <a:cxnSpLocks/>
            </p:cNvCxnSpPr>
            <p:nvPr/>
          </p:nvCxnSpPr>
          <p:spPr>
            <a:xfrm>
              <a:off x="554545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DE0185F-974A-F9DA-96A2-13974A9DD86D}"/>
                </a:ext>
              </a:extLst>
            </p:cNvPr>
            <p:cNvCxnSpPr>
              <a:cxnSpLocks/>
            </p:cNvCxnSpPr>
            <p:nvPr/>
          </p:nvCxnSpPr>
          <p:spPr>
            <a:xfrm>
              <a:off x="55867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3F6DE60-3C70-2530-A433-7F6F7C72F1F9}"/>
                </a:ext>
              </a:extLst>
            </p:cNvPr>
            <p:cNvCxnSpPr>
              <a:cxnSpLocks/>
            </p:cNvCxnSpPr>
            <p:nvPr/>
          </p:nvCxnSpPr>
          <p:spPr>
            <a:xfrm>
              <a:off x="562800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F2E30B9-D203-0B5C-378D-5C1B32E52E4E}"/>
                </a:ext>
              </a:extLst>
            </p:cNvPr>
            <p:cNvCxnSpPr>
              <a:cxnSpLocks/>
            </p:cNvCxnSpPr>
            <p:nvPr/>
          </p:nvCxnSpPr>
          <p:spPr>
            <a:xfrm>
              <a:off x="566928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FACCE9DA-2298-8255-3539-2B27167EAE33}"/>
                </a:ext>
              </a:extLst>
            </p:cNvPr>
            <p:cNvCxnSpPr>
              <a:cxnSpLocks/>
            </p:cNvCxnSpPr>
            <p:nvPr/>
          </p:nvCxnSpPr>
          <p:spPr>
            <a:xfrm>
              <a:off x="571055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020ED31B-6006-D739-74DA-B009C7311996}"/>
                </a:ext>
              </a:extLst>
            </p:cNvPr>
            <p:cNvCxnSpPr>
              <a:cxnSpLocks/>
            </p:cNvCxnSpPr>
            <p:nvPr/>
          </p:nvCxnSpPr>
          <p:spPr>
            <a:xfrm>
              <a:off x="57518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283AC9B-5FF9-A83B-8B86-17A636941786}"/>
                </a:ext>
              </a:extLst>
            </p:cNvPr>
            <p:cNvCxnSpPr>
              <a:cxnSpLocks/>
            </p:cNvCxnSpPr>
            <p:nvPr/>
          </p:nvCxnSpPr>
          <p:spPr>
            <a:xfrm>
              <a:off x="74790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FEF3508A-6805-E45B-EF42-B8B57DBC7F8F}"/>
                </a:ext>
              </a:extLst>
            </p:cNvPr>
            <p:cNvCxnSpPr>
              <a:cxnSpLocks/>
            </p:cNvCxnSpPr>
            <p:nvPr/>
          </p:nvCxnSpPr>
          <p:spPr>
            <a:xfrm>
              <a:off x="752030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2BCFBBC-17C4-7497-25C0-BCF69765896D}"/>
                </a:ext>
              </a:extLst>
            </p:cNvPr>
            <p:cNvCxnSpPr>
              <a:cxnSpLocks/>
            </p:cNvCxnSpPr>
            <p:nvPr/>
          </p:nvCxnSpPr>
          <p:spPr>
            <a:xfrm>
              <a:off x="756158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CF9EB57A-DDF4-659D-27CC-CB013060A9FC}"/>
                </a:ext>
              </a:extLst>
            </p:cNvPr>
            <p:cNvCxnSpPr>
              <a:cxnSpLocks/>
            </p:cNvCxnSpPr>
            <p:nvPr/>
          </p:nvCxnSpPr>
          <p:spPr>
            <a:xfrm>
              <a:off x="760285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7A4DCEB0-BAB8-6EEB-C91B-5667F8E13515}"/>
                </a:ext>
              </a:extLst>
            </p:cNvPr>
            <p:cNvCxnSpPr>
              <a:cxnSpLocks/>
            </p:cNvCxnSpPr>
            <p:nvPr/>
          </p:nvCxnSpPr>
          <p:spPr>
            <a:xfrm>
              <a:off x="76441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8AA6604-014F-FD38-87C3-71D9B0461BAF}"/>
                </a:ext>
              </a:extLst>
            </p:cNvPr>
            <p:cNvCxnSpPr>
              <a:cxnSpLocks/>
            </p:cNvCxnSpPr>
            <p:nvPr/>
          </p:nvCxnSpPr>
          <p:spPr>
            <a:xfrm>
              <a:off x="768540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9AFA4174-48C8-6DD3-797E-365C427700FD}"/>
                </a:ext>
              </a:extLst>
            </p:cNvPr>
            <p:cNvCxnSpPr>
              <a:cxnSpLocks/>
            </p:cNvCxnSpPr>
            <p:nvPr/>
          </p:nvCxnSpPr>
          <p:spPr>
            <a:xfrm>
              <a:off x="772668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6EAE9DBA-2403-64B5-FB5A-361DCFAF2225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55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D26CDB82-E7B3-871A-C914-2AB2DD2A211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230" y="2112097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D16818DF-8BDF-3A82-FA78-813ABFBD83C7}"/>
                </a:ext>
              </a:extLst>
            </p:cNvPr>
            <p:cNvCxnSpPr>
              <a:cxnSpLocks/>
            </p:cNvCxnSpPr>
            <p:nvPr/>
          </p:nvCxnSpPr>
          <p:spPr>
            <a:xfrm>
              <a:off x="744664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FE517DB-E48C-2E91-A204-584000630890}"/>
                </a:ext>
              </a:extLst>
            </p:cNvPr>
            <p:cNvCxnSpPr>
              <a:cxnSpLocks/>
            </p:cNvCxnSpPr>
            <p:nvPr/>
          </p:nvCxnSpPr>
          <p:spPr>
            <a:xfrm>
              <a:off x="748792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93CDF092-3655-B59A-398A-124BB492E3FB}"/>
                </a:ext>
              </a:extLst>
            </p:cNvPr>
            <p:cNvCxnSpPr>
              <a:cxnSpLocks/>
            </p:cNvCxnSpPr>
            <p:nvPr/>
          </p:nvCxnSpPr>
          <p:spPr>
            <a:xfrm>
              <a:off x="752919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0A40680-B920-F4B9-1C14-A08FD1D9DE05}"/>
                </a:ext>
              </a:extLst>
            </p:cNvPr>
            <p:cNvCxnSpPr>
              <a:cxnSpLocks/>
            </p:cNvCxnSpPr>
            <p:nvPr/>
          </p:nvCxnSpPr>
          <p:spPr>
            <a:xfrm>
              <a:off x="757047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93E1BC09-7793-F86D-8AB7-3CC78D7BC4BD}"/>
                </a:ext>
              </a:extLst>
            </p:cNvPr>
            <p:cNvCxnSpPr>
              <a:cxnSpLocks/>
            </p:cNvCxnSpPr>
            <p:nvPr/>
          </p:nvCxnSpPr>
          <p:spPr>
            <a:xfrm>
              <a:off x="761174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B44E8032-1C3C-BA35-5AC9-BDB9F6281A56}"/>
                </a:ext>
              </a:extLst>
            </p:cNvPr>
            <p:cNvCxnSpPr>
              <a:cxnSpLocks/>
            </p:cNvCxnSpPr>
            <p:nvPr/>
          </p:nvCxnSpPr>
          <p:spPr>
            <a:xfrm>
              <a:off x="765302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86B5DDF9-8B9E-7A24-D0F4-A67A3B066A53}"/>
                </a:ext>
              </a:extLst>
            </p:cNvPr>
            <p:cNvCxnSpPr>
              <a:cxnSpLocks/>
            </p:cNvCxnSpPr>
            <p:nvPr/>
          </p:nvCxnSpPr>
          <p:spPr>
            <a:xfrm>
              <a:off x="769429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B5F067A5-1B3E-456C-12FD-5E058429F801}"/>
                </a:ext>
              </a:extLst>
            </p:cNvPr>
            <p:cNvCxnSpPr>
              <a:cxnSpLocks/>
            </p:cNvCxnSpPr>
            <p:nvPr/>
          </p:nvCxnSpPr>
          <p:spPr>
            <a:xfrm>
              <a:off x="773557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A5B5676C-4A46-E8D2-2807-537B21AF82A8}"/>
                </a:ext>
              </a:extLst>
            </p:cNvPr>
            <p:cNvCxnSpPr>
              <a:cxnSpLocks/>
            </p:cNvCxnSpPr>
            <p:nvPr/>
          </p:nvCxnSpPr>
          <p:spPr>
            <a:xfrm>
              <a:off x="777684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88AE57D-6133-52E1-1A36-6B55CEEADB70}"/>
                </a:ext>
              </a:extLst>
            </p:cNvPr>
            <p:cNvCxnSpPr>
              <a:cxnSpLocks/>
            </p:cNvCxnSpPr>
            <p:nvPr/>
          </p:nvCxnSpPr>
          <p:spPr>
            <a:xfrm>
              <a:off x="7451090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F530B087-E8C6-1258-F1E8-306BD646C1A1}"/>
                </a:ext>
              </a:extLst>
            </p:cNvPr>
            <p:cNvCxnSpPr>
              <a:cxnSpLocks/>
            </p:cNvCxnSpPr>
            <p:nvPr/>
          </p:nvCxnSpPr>
          <p:spPr>
            <a:xfrm>
              <a:off x="7492365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E8710DC-37BE-E3F9-445D-34C6C68F1B85}"/>
                </a:ext>
              </a:extLst>
            </p:cNvPr>
            <p:cNvCxnSpPr>
              <a:cxnSpLocks/>
            </p:cNvCxnSpPr>
            <p:nvPr/>
          </p:nvCxnSpPr>
          <p:spPr>
            <a:xfrm>
              <a:off x="7533640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1BE396A0-7408-DBAB-C42E-DF1E6F8297AE}"/>
                </a:ext>
              </a:extLst>
            </p:cNvPr>
            <p:cNvCxnSpPr>
              <a:cxnSpLocks/>
            </p:cNvCxnSpPr>
            <p:nvPr/>
          </p:nvCxnSpPr>
          <p:spPr>
            <a:xfrm>
              <a:off x="7574915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37F2696E-9A31-5950-ED62-0875C7C80B50}"/>
                </a:ext>
              </a:extLst>
            </p:cNvPr>
            <p:cNvCxnSpPr>
              <a:cxnSpLocks/>
            </p:cNvCxnSpPr>
            <p:nvPr/>
          </p:nvCxnSpPr>
          <p:spPr>
            <a:xfrm>
              <a:off x="7616190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2BE7D12-0098-EE4C-FF28-CEB7209D9916}"/>
                </a:ext>
              </a:extLst>
            </p:cNvPr>
            <p:cNvCxnSpPr>
              <a:cxnSpLocks/>
            </p:cNvCxnSpPr>
            <p:nvPr/>
          </p:nvCxnSpPr>
          <p:spPr>
            <a:xfrm>
              <a:off x="7657465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1EE5181-F119-CC5B-A996-4C46E1A9C0E7}"/>
                </a:ext>
              </a:extLst>
            </p:cNvPr>
            <p:cNvCxnSpPr>
              <a:cxnSpLocks/>
            </p:cNvCxnSpPr>
            <p:nvPr/>
          </p:nvCxnSpPr>
          <p:spPr>
            <a:xfrm>
              <a:off x="7698740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78A902DC-A327-2B16-B7BC-3F468BCB663E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15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1642AF0-D7B7-DC84-225A-94EE7FF28EF0}"/>
                </a:ext>
              </a:extLst>
            </p:cNvPr>
            <p:cNvCxnSpPr>
              <a:cxnSpLocks/>
            </p:cNvCxnSpPr>
            <p:nvPr/>
          </p:nvCxnSpPr>
          <p:spPr>
            <a:xfrm>
              <a:off x="7781290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2CCCBCE4-294C-FF5B-1442-2103584F5B3C}"/>
                </a:ext>
              </a:extLst>
            </p:cNvPr>
            <p:cNvCxnSpPr>
              <a:cxnSpLocks/>
            </p:cNvCxnSpPr>
            <p:nvPr/>
          </p:nvCxnSpPr>
          <p:spPr>
            <a:xfrm>
              <a:off x="5385301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0FC794B-DACA-B717-0776-3CB3D4273267}"/>
                </a:ext>
              </a:extLst>
            </p:cNvPr>
            <p:cNvCxnSpPr>
              <a:cxnSpLocks/>
            </p:cNvCxnSpPr>
            <p:nvPr/>
          </p:nvCxnSpPr>
          <p:spPr>
            <a:xfrm>
              <a:off x="5426576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142B6EF-EC19-F3A4-921E-5183CC9DC06D}"/>
                </a:ext>
              </a:extLst>
            </p:cNvPr>
            <p:cNvCxnSpPr>
              <a:cxnSpLocks/>
            </p:cNvCxnSpPr>
            <p:nvPr/>
          </p:nvCxnSpPr>
          <p:spPr>
            <a:xfrm>
              <a:off x="5467851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5F003245-A0A3-8CD1-F687-F34DB1B0E3A9}"/>
                </a:ext>
              </a:extLst>
            </p:cNvPr>
            <p:cNvCxnSpPr>
              <a:cxnSpLocks/>
            </p:cNvCxnSpPr>
            <p:nvPr/>
          </p:nvCxnSpPr>
          <p:spPr>
            <a:xfrm>
              <a:off x="5509126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AFA3555-B515-65E2-EF0F-139C7F55EB68}"/>
                </a:ext>
              </a:extLst>
            </p:cNvPr>
            <p:cNvCxnSpPr>
              <a:cxnSpLocks/>
            </p:cNvCxnSpPr>
            <p:nvPr/>
          </p:nvCxnSpPr>
          <p:spPr>
            <a:xfrm>
              <a:off x="5550401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8FA5EA68-CB4D-F842-7CB2-52E395100477}"/>
                </a:ext>
              </a:extLst>
            </p:cNvPr>
            <p:cNvCxnSpPr>
              <a:cxnSpLocks/>
            </p:cNvCxnSpPr>
            <p:nvPr/>
          </p:nvCxnSpPr>
          <p:spPr>
            <a:xfrm>
              <a:off x="5591676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9970A81B-DFCD-641C-787E-2E5EFA72095B}"/>
                </a:ext>
              </a:extLst>
            </p:cNvPr>
            <p:cNvCxnSpPr>
              <a:cxnSpLocks/>
            </p:cNvCxnSpPr>
            <p:nvPr/>
          </p:nvCxnSpPr>
          <p:spPr>
            <a:xfrm>
              <a:off x="5632951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EAA80314-9A2F-E206-F5C8-914C03507020}"/>
                </a:ext>
              </a:extLst>
            </p:cNvPr>
            <p:cNvCxnSpPr>
              <a:cxnSpLocks/>
            </p:cNvCxnSpPr>
            <p:nvPr/>
          </p:nvCxnSpPr>
          <p:spPr>
            <a:xfrm>
              <a:off x="5674226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C698D4A4-4863-31E7-DC66-B97561EE9DC4}"/>
                </a:ext>
              </a:extLst>
            </p:cNvPr>
            <p:cNvCxnSpPr>
              <a:cxnSpLocks/>
            </p:cNvCxnSpPr>
            <p:nvPr/>
          </p:nvCxnSpPr>
          <p:spPr>
            <a:xfrm>
              <a:off x="5715501" y="4926575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6FC99884-337F-3FFE-D847-239DF874652E}"/>
                </a:ext>
              </a:extLst>
            </p:cNvPr>
            <p:cNvGrpSpPr/>
            <p:nvPr/>
          </p:nvGrpSpPr>
          <p:grpSpPr>
            <a:xfrm>
              <a:off x="3364230" y="2112097"/>
              <a:ext cx="362886" cy="3507171"/>
              <a:chOff x="3364230" y="2112097"/>
              <a:chExt cx="362886" cy="3507171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8A5451C8-EA4E-B54B-EB44-0B6FFA8AC5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4230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A0D80B6E-AFA9-5BE2-1C59-BF9B47D62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5505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9D53DEF1-0515-5751-DAD7-B03E2DEED8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6780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77A33E2F-EC1E-D12E-4CF5-C96B9B96D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8055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9E00E536-0266-6602-2D70-49A8A9FD66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9330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6CAF0ED8-76DA-AF72-77D0-8C00E8BBA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0605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781FFB47-46E9-AA17-19CA-9B35BA9C9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1880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5ED2B952-559F-D6C9-5A27-10B34C4BBC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3155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BB600847-FCA1-EBF4-F130-F310493918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4430" y="2112097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90221938-A65F-986B-9A01-5DFDB3DDC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4230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ED8A18E3-DEEF-46B4-9885-BA29A34A2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05505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35BEBCEE-D474-183A-F31F-0A1907728C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6780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ADA007B9-B4F4-F8F7-691B-32679D558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8055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0AE13614-FA42-DA8D-CA49-038002826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9330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E3A224E9-A89D-262D-9327-F832EE106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0605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9C4BDE90-9CFA-2819-A081-98123F4858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11880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A6D7469-B806-5ABF-4879-D9F9866F2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3155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9F2DA041-1A9C-44ED-613D-3C80EFE21A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4430" y="4926575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1583F046-B1CF-6E4B-23C5-658887ADF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6916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94191E86-C750-75AA-1A03-CD8CCB9882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8191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749C209D-B2EB-233A-95C0-E2DE20592A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9466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4A7B261D-105C-1340-5096-B8A7DDA1E9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0741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17BD082F-8CF8-0B4E-64BD-885F7ABD43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016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222F7B24-FF34-2A56-6E63-8EB59A7A2E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3291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94D58B0B-9548-5DB0-005E-E64566D9CC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4566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3D366559-4821-F16F-E40E-4A77E6FF4A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5841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3B820706-FD85-8301-CFB2-688A33A3F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7116" y="3519336"/>
                <a:ext cx="0" cy="692693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0958ACB0-A85F-C657-BC08-6508E90824ED}"/>
                </a:ext>
              </a:extLst>
            </p:cNvPr>
            <p:cNvCxnSpPr>
              <a:cxnSpLocks/>
            </p:cNvCxnSpPr>
            <p:nvPr/>
          </p:nvCxnSpPr>
          <p:spPr>
            <a:xfrm>
              <a:off x="542163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108F8B99-3D4E-E263-A72E-2BABFEABB491}"/>
                </a:ext>
              </a:extLst>
            </p:cNvPr>
            <p:cNvCxnSpPr>
              <a:cxnSpLocks/>
            </p:cNvCxnSpPr>
            <p:nvPr/>
          </p:nvCxnSpPr>
          <p:spPr>
            <a:xfrm>
              <a:off x="546290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B2448E5-F236-E804-0F18-8B331A8DA8D2}"/>
                </a:ext>
              </a:extLst>
            </p:cNvPr>
            <p:cNvCxnSpPr>
              <a:cxnSpLocks/>
            </p:cNvCxnSpPr>
            <p:nvPr/>
          </p:nvCxnSpPr>
          <p:spPr>
            <a:xfrm>
              <a:off x="550418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1CFDE000-AED4-F3C2-EB2A-E05EAD495C8C}"/>
                </a:ext>
              </a:extLst>
            </p:cNvPr>
            <p:cNvCxnSpPr>
              <a:cxnSpLocks/>
            </p:cNvCxnSpPr>
            <p:nvPr/>
          </p:nvCxnSpPr>
          <p:spPr>
            <a:xfrm>
              <a:off x="554545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B21B7EC1-6934-3D6E-5363-D420A1CE120C}"/>
                </a:ext>
              </a:extLst>
            </p:cNvPr>
            <p:cNvCxnSpPr>
              <a:cxnSpLocks/>
            </p:cNvCxnSpPr>
            <p:nvPr/>
          </p:nvCxnSpPr>
          <p:spPr>
            <a:xfrm>
              <a:off x="558673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C1D6087C-558A-0BED-556B-3B69702ADE4F}"/>
                </a:ext>
              </a:extLst>
            </p:cNvPr>
            <p:cNvCxnSpPr>
              <a:cxnSpLocks/>
            </p:cNvCxnSpPr>
            <p:nvPr/>
          </p:nvCxnSpPr>
          <p:spPr>
            <a:xfrm>
              <a:off x="562800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67B8391D-0DBE-A7F0-9EC1-731881F3D88E}"/>
                </a:ext>
              </a:extLst>
            </p:cNvPr>
            <p:cNvCxnSpPr>
              <a:cxnSpLocks/>
            </p:cNvCxnSpPr>
            <p:nvPr/>
          </p:nvCxnSpPr>
          <p:spPr>
            <a:xfrm>
              <a:off x="566928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AD3B347A-2FF8-12B7-9CED-319C18627C94}"/>
                </a:ext>
              </a:extLst>
            </p:cNvPr>
            <p:cNvCxnSpPr>
              <a:cxnSpLocks/>
            </p:cNvCxnSpPr>
            <p:nvPr/>
          </p:nvCxnSpPr>
          <p:spPr>
            <a:xfrm>
              <a:off x="5710555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D1720F54-854E-03D7-86D2-9BD79D2A283A}"/>
                </a:ext>
              </a:extLst>
            </p:cNvPr>
            <p:cNvCxnSpPr>
              <a:cxnSpLocks/>
            </p:cNvCxnSpPr>
            <p:nvPr/>
          </p:nvCxnSpPr>
          <p:spPr>
            <a:xfrm>
              <a:off x="5751830" y="3519336"/>
              <a:ext cx="0" cy="69269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DBEAF3A-1CC9-2A6A-9686-E94C81DBB54D}"/>
              </a:ext>
            </a:extLst>
          </p:cNvPr>
          <p:cNvGrpSpPr/>
          <p:nvPr/>
        </p:nvGrpSpPr>
        <p:grpSpPr>
          <a:xfrm>
            <a:off x="3026636" y="2358074"/>
            <a:ext cx="6029938" cy="2965450"/>
            <a:chOff x="3026636" y="2358074"/>
            <a:chExt cx="6029938" cy="2965450"/>
          </a:xfrm>
        </p:grpSpPr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16FDEF11-87E8-0371-EE78-00CA183BFA56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55" y="23580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B8F39621-7EAE-AA81-1A2C-CCC33BBB8387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55" y="2388236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F9D17D1A-B3B9-E5B8-4627-1ABE702EB973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55" y="24152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B9811A45-DE6E-9621-B7C3-A7E04CA33CC5}"/>
                </a:ext>
              </a:extLst>
            </p:cNvPr>
            <p:cNvCxnSpPr>
              <a:cxnSpLocks/>
            </p:cNvCxnSpPr>
            <p:nvPr/>
          </p:nvCxnSpPr>
          <p:spPr>
            <a:xfrm>
              <a:off x="3145154" y="24469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2AD48570-626C-A08B-2745-BD5F4E9130AF}"/>
                </a:ext>
              </a:extLst>
            </p:cNvPr>
            <p:cNvCxnSpPr>
              <a:cxnSpLocks/>
            </p:cNvCxnSpPr>
            <p:nvPr/>
          </p:nvCxnSpPr>
          <p:spPr>
            <a:xfrm>
              <a:off x="3147267" y="24723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C711F361-7F41-1629-2057-88EAB82459E2}"/>
                </a:ext>
              </a:extLst>
            </p:cNvPr>
            <p:cNvCxnSpPr>
              <a:cxnSpLocks/>
            </p:cNvCxnSpPr>
            <p:nvPr/>
          </p:nvCxnSpPr>
          <p:spPr>
            <a:xfrm>
              <a:off x="3151500" y="2500949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B685E6B1-A4FC-31EF-AC0E-0A8CE9C3E27D}"/>
                </a:ext>
              </a:extLst>
            </p:cNvPr>
            <p:cNvCxnSpPr>
              <a:cxnSpLocks/>
            </p:cNvCxnSpPr>
            <p:nvPr/>
          </p:nvCxnSpPr>
          <p:spPr>
            <a:xfrm>
              <a:off x="3159964" y="25295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2662B1ED-5BB6-95B4-AC07-4C4E9E57FEC0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96" y="37550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C709A9F4-E479-028D-9F6A-398E24625695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96" y="3785236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942F4F1D-3F69-5D81-42DB-B41268DFDB0A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96" y="38122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DF7107E9-72BC-AEA7-AFE7-009362639FD9}"/>
                </a:ext>
              </a:extLst>
            </p:cNvPr>
            <p:cNvCxnSpPr>
              <a:cxnSpLocks/>
            </p:cNvCxnSpPr>
            <p:nvPr/>
          </p:nvCxnSpPr>
          <p:spPr>
            <a:xfrm>
              <a:off x="3047795" y="38439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9C7B21A7-B5B0-786D-B4AD-C45581980620}"/>
                </a:ext>
              </a:extLst>
            </p:cNvPr>
            <p:cNvCxnSpPr>
              <a:cxnSpLocks/>
            </p:cNvCxnSpPr>
            <p:nvPr/>
          </p:nvCxnSpPr>
          <p:spPr>
            <a:xfrm>
              <a:off x="3049908" y="38693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CF1F93D7-4005-1F7C-DF8B-E37009E1C503}"/>
                </a:ext>
              </a:extLst>
            </p:cNvPr>
            <p:cNvCxnSpPr>
              <a:cxnSpLocks/>
            </p:cNvCxnSpPr>
            <p:nvPr/>
          </p:nvCxnSpPr>
          <p:spPr>
            <a:xfrm>
              <a:off x="3054141" y="3897949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378983E2-C6B3-7277-F383-3975F30AD662}"/>
                </a:ext>
              </a:extLst>
            </p:cNvPr>
            <p:cNvCxnSpPr>
              <a:cxnSpLocks/>
            </p:cNvCxnSpPr>
            <p:nvPr/>
          </p:nvCxnSpPr>
          <p:spPr>
            <a:xfrm>
              <a:off x="3062605" y="39265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1D5ADA58-25D8-F575-CD78-27172661F3CA}"/>
                </a:ext>
              </a:extLst>
            </p:cNvPr>
            <p:cNvCxnSpPr>
              <a:cxnSpLocks/>
            </p:cNvCxnSpPr>
            <p:nvPr/>
          </p:nvCxnSpPr>
          <p:spPr>
            <a:xfrm>
              <a:off x="3026637" y="51520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7DCB73CF-12F6-E86F-8C76-7F2D4B4D200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637" y="5182236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B03D3BD5-02F8-BB4D-C6A8-57479CC8E463}"/>
                </a:ext>
              </a:extLst>
            </p:cNvPr>
            <p:cNvCxnSpPr>
              <a:cxnSpLocks/>
            </p:cNvCxnSpPr>
            <p:nvPr/>
          </p:nvCxnSpPr>
          <p:spPr>
            <a:xfrm>
              <a:off x="3026637" y="52092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D6E93167-D352-22BA-6BC9-87C176A730A7}"/>
                </a:ext>
              </a:extLst>
            </p:cNvPr>
            <p:cNvCxnSpPr>
              <a:cxnSpLocks/>
            </p:cNvCxnSpPr>
            <p:nvPr/>
          </p:nvCxnSpPr>
          <p:spPr>
            <a:xfrm>
              <a:off x="3026636" y="52409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43B311C7-2591-2907-1ABD-09C435B42C29}"/>
                </a:ext>
              </a:extLst>
            </p:cNvPr>
            <p:cNvCxnSpPr>
              <a:cxnSpLocks/>
            </p:cNvCxnSpPr>
            <p:nvPr/>
          </p:nvCxnSpPr>
          <p:spPr>
            <a:xfrm>
              <a:off x="3028749" y="526637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703997B-858B-8831-0CEC-9DA295544EF9}"/>
                </a:ext>
              </a:extLst>
            </p:cNvPr>
            <p:cNvCxnSpPr>
              <a:cxnSpLocks/>
            </p:cNvCxnSpPr>
            <p:nvPr/>
          </p:nvCxnSpPr>
          <p:spPr>
            <a:xfrm>
              <a:off x="3032982" y="5294949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527410F6-F28F-15A7-ADA0-4E8C225BCAA9}"/>
                </a:ext>
              </a:extLst>
            </p:cNvPr>
            <p:cNvCxnSpPr>
              <a:cxnSpLocks/>
            </p:cNvCxnSpPr>
            <p:nvPr/>
          </p:nvCxnSpPr>
          <p:spPr>
            <a:xfrm>
              <a:off x="3041446" y="5323524"/>
              <a:ext cx="589661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64E24B55-51FA-1084-B049-6E13A32690E5}"/>
              </a:ext>
            </a:extLst>
          </p:cNvPr>
          <p:cNvGrpSpPr/>
          <p:nvPr/>
        </p:nvGrpSpPr>
        <p:grpSpPr>
          <a:xfrm>
            <a:off x="3870325" y="1488124"/>
            <a:ext cx="4415790" cy="4818195"/>
            <a:chOff x="3870325" y="1488124"/>
            <a:chExt cx="4415790" cy="4818195"/>
          </a:xfrm>
        </p:grpSpPr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CA7C2130-0FBD-EC96-9AF5-845C302F4165}"/>
                </a:ext>
              </a:extLst>
            </p:cNvPr>
            <p:cNvGrpSpPr/>
            <p:nvPr/>
          </p:nvGrpSpPr>
          <p:grpSpPr>
            <a:xfrm>
              <a:off x="3879215" y="1488124"/>
              <a:ext cx="4406900" cy="571500"/>
              <a:chOff x="3879215" y="1488124"/>
              <a:chExt cx="4406900" cy="571500"/>
            </a:xfrm>
          </p:grpSpPr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CC9946D0-1CFD-D5E4-9453-2A75C868FAC4}"/>
                  </a:ext>
                </a:extLst>
              </p:cNvPr>
              <p:cNvGrpSpPr/>
              <p:nvPr/>
            </p:nvGrpSpPr>
            <p:grpSpPr>
              <a:xfrm>
                <a:off x="3879215" y="1488124"/>
                <a:ext cx="2374900" cy="558800"/>
                <a:chOff x="3879215" y="1488124"/>
                <a:chExt cx="2374900" cy="558800"/>
              </a:xfrm>
            </p:grpSpPr>
            <p:grpSp>
              <p:nvGrpSpPr>
                <p:cNvPr id="280" name="Group 279">
                  <a:extLst>
                    <a:ext uri="{FF2B5EF4-FFF2-40B4-BE49-F238E27FC236}">
                      <a16:creationId xmlns:a16="http://schemas.microsoft.com/office/drawing/2014/main" id="{51FB2242-6BD4-F4CB-E551-93217AEF4D31}"/>
                    </a:ext>
                  </a:extLst>
                </p:cNvPr>
                <p:cNvGrpSpPr/>
                <p:nvPr/>
              </p:nvGrpSpPr>
              <p:grpSpPr>
                <a:xfrm>
                  <a:off x="3879215" y="1488124"/>
                  <a:ext cx="342900" cy="558800"/>
                  <a:chOff x="3879215" y="1488124"/>
                  <a:chExt cx="342900" cy="558800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66132AB3-A7ED-03E0-B348-B320D3F17E3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4881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71CA64B7-8594-4320-6F4A-805B60B77683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5579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0A66204D-324B-4157-A055-EF2253DC7C28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278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DD61712F-A7DF-61F3-F8EB-7FA25E3BC64B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976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454A4421-6FCF-10FB-B1AB-804B44BD4DE5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7675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1E336688-43DE-F030-220D-0A5D97735589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8373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2027A1CD-22A6-8BA2-313E-83BC6B52483D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072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4E67253C-E849-A964-D2A0-352E1D30C32A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770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1C007587-DB1D-C6C6-CF9B-00DE534F1C16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20469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BCDD93E-0ADD-9A71-84B1-4A4084190DEE}"/>
                    </a:ext>
                  </a:extLst>
                </p:cNvPr>
                <p:cNvCxnSpPr/>
                <p:nvPr/>
              </p:nvCxnSpPr>
              <p:spPr>
                <a:xfrm>
                  <a:off x="5911215" y="14881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86103D7-D64D-946D-7FEE-99AD2284D990}"/>
                    </a:ext>
                  </a:extLst>
                </p:cNvPr>
                <p:cNvCxnSpPr/>
                <p:nvPr/>
              </p:nvCxnSpPr>
              <p:spPr>
                <a:xfrm>
                  <a:off x="5911215" y="15579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6DD90C3-8813-3CEE-DA56-6DD5D7FB0513}"/>
                    </a:ext>
                  </a:extLst>
                </p:cNvPr>
                <p:cNvCxnSpPr/>
                <p:nvPr/>
              </p:nvCxnSpPr>
              <p:spPr>
                <a:xfrm>
                  <a:off x="5911215" y="1627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42319F3-27D5-7562-8FD4-28B9EF323648}"/>
                    </a:ext>
                  </a:extLst>
                </p:cNvPr>
                <p:cNvCxnSpPr/>
                <p:nvPr/>
              </p:nvCxnSpPr>
              <p:spPr>
                <a:xfrm>
                  <a:off x="5911215" y="1697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29AECB2-4C58-8DCE-A0B3-014FC75C5161}"/>
                    </a:ext>
                  </a:extLst>
                </p:cNvPr>
                <p:cNvCxnSpPr/>
                <p:nvPr/>
              </p:nvCxnSpPr>
              <p:spPr>
                <a:xfrm>
                  <a:off x="5911215" y="1767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EFB8CF43-1116-322F-550F-CFA66E59622F}"/>
                    </a:ext>
                  </a:extLst>
                </p:cNvPr>
                <p:cNvCxnSpPr/>
                <p:nvPr/>
              </p:nvCxnSpPr>
              <p:spPr>
                <a:xfrm>
                  <a:off x="5911215" y="1837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A4B3A447-86B8-DB2D-2A5B-B45E1A4B0896}"/>
                    </a:ext>
                  </a:extLst>
                </p:cNvPr>
                <p:cNvCxnSpPr/>
                <p:nvPr/>
              </p:nvCxnSpPr>
              <p:spPr>
                <a:xfrm>
                  <a:off x="5911215" y="1907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88860C0-8080-4E86-A3F3-100B5E260F18}"/>
                    </a:ext>
                  </a:extLst>
                </p:cNvPr>
                <p:cNvCxnSpPr/>
                <p:nvPr/>
              </p:nvCxnSpPr>
              <p:spPr>
                <a:xfrm>
                  <a:off x="5911215" y="1977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5B25DB0A-E505-AF96-F3BD-B510FEA70AA4}"/>
                    </a:ext>
                  </a:extLst>
                </p:cNvPr>
                <p:cNvCxnSpPr/>
                <p:nvPr/>
              </p:nvCxnSpPr>
              <p:spPr>
                <a:xfrm>
                  <a:off x="5911215" y="2046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08E55E42-04E4-E200-F19E-F3B1575C35F6}"/>
                  </a:ext>
                </a:extLst>
              </p:cNvPr>
              <p:cNvGrpSpPr/>
              <p:nvPr/>
            </p:nvGrpSpPr>
            <p:grpSpPr>
              <a:xfrm>
                <a:off x="7943215" y="1500824"/>
                <a:ext cx="342900" cy="558800"/>
                <a:chOff x="7943215" y="1500824"/>
                <a:chExt cx="342900" cy="558800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CD3E8630-5E05-CC98-92AC-0334423E90C9}"/>
                    </a:ext>
                  </a:extLst>
                </p:cNvPr>
                <p:cNvCxnSpPr/>
                <p:nvPr/>
              </p:nvCxnSpPr>
              <p:spPr>
                <a:xfrm>
                  <a:off x="7943215" y="1500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EFA8F18E-F2D0-E032-76CD-24183A7CB6B6}"/>
                    </a:ext>
                  </a:extLst>
                </p:cNvPr>
                <p:cNvCxnSpPr/>
                <p:nvPr/>
              </p:nvCxnSpPr>
              <p:spPr>
                <a:xfrm>
                  <a:off x="7943215" y="1570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779292F9-4D6A-E453-6C4A-3E0CA0ADD7C1}"/>
                    </a:ext>
                  </a:extLst>
                </p:cNvPr>
                <p:cNvCxnSpPr/>
                <p:nvPr/>
              </p:nvCxnSpPr>
              <p:spPr>
                <a:xfrm>
                  <a:off x="7943215" y="1640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92B45E04-1775-6E60-9FF1-3158CE813612}"/>
                    </a:ext>
                  </a:extLst>
                </p:cNvPr>
                <p:cNvCxnSpPr/>
                <p:nvPr/>
              </p:nvCxnSpPr>
              <p:spPr>
                <a:xfrm>
                  <a:off x="7943215" y="1710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12727C7A-A97E-58B8-9DD5-38F6CD0B2444}"/>
                    </a:ext>
                  </a:extLst>
                </p:cNvPr>
                <p:cNvCxnSpPr/>
                <p:nvPr/>
              </p:nvCxnSpPr>
              <p:spPr>
                <a:xfrm>
                  <a:off x="7943215" y="1780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1F6DA595-6692-A39F-6D86-574AC8E869F6}"/>
                    </a:ext>
                  </a:extLst>
                </p:cNvPr>
                <p:cNvCxnSpPr/>
                <p:nvPr/>
              </p:nvCxnSpPr>
              <p:spPr>
                <a:xfrm>
                  <a:off x="7943215" y="1850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82837AF2-9589-95C9-F93C-07DA634C9B3B}"/>
                    </a:ext>
                  </a:extLst>
                </p:cNvPr>
                <p:cNvCxnSpPr/>
                <p:nvPr/>
              </p:nvCxnSpPr>
              <p:spPr>
                <a:xfrm>
                  <a:off x="7943215" y="1919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D4FEADDB-96D4-D3E7-9CD7-31727B1E90B0}"/>
                    </a:ext>
                  </a:extLst>
                </p:cNvPr>
                <p:cNvCxnSpPr/>
                <p:nvPr/>
              </p:nvCxnSpPr>
              <p:spPr>
                <a:xfrm>
                  <a:off x="7943215" y="19897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5887EA03-CA52-3484-B6A3-74DB3ED674EB}"/>
                    </a:ext>
                  </a:extLst>
                </p:cNvPr>
                <p:cNvCxnSpPr/>
                <p:nvPr/>
              </p:nvCxnSpPr>
              <p:spPr>
                <a:xfrm>
                  <a:off x="7943215" y="20596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379C8B50-8EFE-A112-C55B-E570D36728E6}"/>
                </a:ext>
              </a:extLst>
            </p:cNvPr>
            <p:cNvGrpSpPr/>
            <p:nvPr/>
          </p:nvGrpSpPr>
          <p:grpSpPr>
            <a:xfrm>
              <a:off x="3879215" y="2867315"/>
              <a:ext cx="4406900" cy="571500"/>
              <a:chOff x="3879215" y="1488124"/>
              <a:chExt cx="4406900" cy="571500"/>
            </a:xfrm>
          </p:grpSpPr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9E982428-37AD-1A1C-8685-DA03A74BCFE5}"/>
                  </a:ext>
                </a:extLst>
              </p:cNvPr>
              <p:cNvGrpSpPr/>
              <p:nvPr/>
            </p:nvGrpSpPr>
            <p:grpSpPr>
              <a:xfrm>
                <a:off x="3879215" y="1488124"/>
                <a:ext cx="2374900" cy="558800"/>
                <a:chOff x="3879215" y="1488124"/>
                <a:chExt cx="2374900" cy="558800"/>
              </a:xfrm>
            </p:grpSpPr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6D2C3AAE-9D99-6EC4-D624-4667233BC723}"/>
                    </a:ext>
                  </a:extLst>
                </p:cNvPr>
                <p:cNvGrpSpPr/>
                <p:nvPr/>
              </p:nvGrpSpPr>
              <p:grpSpPr>
                <a:xfrm>
                  <a:off x="3879215" y="1488124"/>
                  <a:ext cx="342900" cy="558800"/>
                  <a:chOff x="3879215" y="1488124"/>
                  <a:chExt cx="342900" cy="558800"/>
                </a:xfrm>
              </p:grpSpPr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A087A811-A4D6-D755-41AD-29D4F76674B6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4881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Straight Connector 347">
                    <a:extLst>
                      <a:ext uri="{FF2B5EF4-FFF2-40B4-BE49-F238E27FC236}">
                        <a16:creationId xmlns:a16="http://schemas.microsoft.com/office/drawing/2014/main" id="{71F883AA-E9B0-BE33-CA3C-CFC0820E8AEE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5579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Straight Connector 348">
                    <a:extLst>
                      <a:ext uri="{FF2B5EF4-FFF2-40B4-BE49-F238E27FC236}">
                        <a16:creationId xmlns:a16="http://schemas.microsoft.com/office/drawing/2014/main" id="{5ABC46CC-FE88-3198-A225-78313C1D51D9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278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0" name="Straight Connector 349">
                    <a:extLst>
                      <a:ext uri="{FF2B5EF4-FFF2-40B4-BE49-F238E27FC236}">
                        <a16:creationId xmlns:a16="http://schemas.microsoft.com/office/drawing/2014/main" id="{51B2A2F2-2B2A-F708-2422-6F4B3D5722A8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976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1" name="Straight Connector 350">
                    <a:extLst>
                      <a:ext uri="{FF2B5EF4-FFF2-40B4-BE49-F238E27FC236}">
                        <a16:creationId xmlns:a16="http://schemas.microsoft.com/office/drawing/2014/main" id="{8E15C4F8-53E8-90AF-C1B6-C75F94FDD0CD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7675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2" name="Straight Connector 351">
                    <a:extLst>
                      <a:ext uri="{FF2B5EF4-FFF2-40B4-BE49-F238E27FC236}">
                        <a16:creationId xmlns:a16="http://schemas.microsoft.com/office/drawing/2014/main" id="{F7A79E58-AEF7-A401-ECFC-44BBD641E759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8373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3" name="Straight Connector 352">
                    <a:extLst>
                      <a:ext uri="{FF2B5EF4-FFF2-40B4-BE49-F238E27FC236}">
                        <a16:creationId xmlns:a16="http://schemas.microsoft.com/office/drawing/2014/main" id="{2E76E4D1-A1E7-2E36-6189-97516F863E4D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072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4" name="Straight Connector 353">
                    <a:extLst>
                      <a:ext uri="{FF2B5EF4-FFF2-40B4-BE49-F238E27FC236}">
                        <a16:creationId xmlns:a16="http://schemas.microsoft.com/office/drawing/2014/main" id="{C8D62622-3F6B-3C0D-4AF0-33B5C6D2D005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770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5" name="Straight Connector 354">
                    <a:extLst>
                      <a:ext uri="{FF2B5EF4-FFF2-40B4-BE49-F238E27FC236}">
                        <a16:creationId xmlns:a16="http://schemas.microsoft.com/office/drawing/2014/main" id="{BCF297DC-E3C3-3470-2C0C-B14EEE189645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20469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A8875F96-40F5-C431-448C-EA1311B82276}"/>
                    </a:ext>
                  </a:extLst>
                </p:cNvPr>
                <p:cNvCxnSpPr/>
                <p:nvPr/>
              </p:nvCxnSpPr>
              <p:spPr>
                <a:xfrm>
                  <a:off x="5911215" y="14881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547A6F4E-F2AC-2216-FD76-977F09943A67}"/>
                    </a:ext>
                  </a:extLst>
                </p:cNvPr>
                <p:cNvCxnSpPr/>
                <p:nvPr/>
              </p:nvCxnSpPr>
              <p:spPr>
                <a:xfrm>
                  <a:off x="5911215" y="15579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A8A66A0E-8871-AC0F-C059-804D2F57507E}"/>
                    </a:ext>
                  </a:extLst>
                </p:cNvPr>
                <p:cNvCxnSpPr/>
                <p:nvPr/>
              </p:nvCxnSpPr>
              <p:spPr>
                <a:xfrm>
                  <a:off x="5911215" y="1627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2EA16145-EBCA-6757-3BDF-A7E09C3EB198}"/>
                    </a:ext>
                  </a:extLst>
                </p:cNvPr>
                <p:cNvCxnSpPr/>
                <p:nvPr/>
              </p:nvCxnSpPr>
              <p:spPr>
                <a:xfrm>
                  <a:off x="5911215" y="1697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2103FAF6-1AF3-CD8A-C539-47CAC7BAC1FB}"/>
                    </a:ext>
                  </a:extLst>
                </p:cNvPr>
                <p:cNvCxnSpPr/>
                <p:nvPr/>
              </p:nvCxnSpPr>
              <p:spPr>
                <a:xfrm>
                  <a:off x="5911215" y="1767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7D111729-92DD-178A-C2E2-40FB9D255F93}"/>
                    </a:ext>
                  </a:extLst>
                </p:cNvPr>
                <p:cNvCxnSpPr/>
                <p:nvPr/>
              </p:nvCxnSpPr>
              <p:spPr>
                <a:xfrm>
                  <a:off x="5911215" y="1837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C11B9EC2-544A-959B-A0EA-8BA5CCC3D17C}"/>
                    </a:ext>
                  </a:extLst>
                </p:cNvPr>
                <p:cNvCxnSpPr/>
                <p:nvPr/>
              </p:nvCxnSpPr>
              <p:spPr>
                <a:xfrm>
                  <a:off x="5911215" y="1907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D47714ED-FC47-189E-EB9B-50FE73499D35}"/>
                    </a:ext>
                  </a:extLst>
                </p:cNvPr>
                <p:cNvCxnSpPr/>
                <p:nvPr/>
              </p:nvCxnSpPr>
              <p:spPr>
                <a:xfrm>
                  <a:off x="5911215" y="1977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1A0CCCF8-65EC-D57A-38CA-00A68DFECCA9}"/>
                    </a:ext>
                  </a:extLst>
                </p:cNvPr>
                <p:cNvCxnSpPr/>
                <p:nvPr/>
              </p:nvCxnSpPr>
              <p:spPr>
                <a:xfrm>
                  <a:off x="5911215" y="2046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E5564658-A579-4C02-DC96-43744F015CA6}"/>
                  </a:ext>
                </a:extLst>
              </p:cNvPr>
              <p:cNvGrpSpPr/>
              <p:nvPr/>
            </p:nvGrpSpPr>
            <p:grpSpPr>
              <a:xfrm>
                <a:off x="7943215" y="1500824"/>
                <a:ext cx="342900" cy="558800"/>
                <a:chOff x="7943215" y="1500824"/>
                <a:chExt cx="342900" cy="558800"/>
              </a:xfrm>
            </p:grpSpPr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2F199355-5DA6-B3C2-B08F-6EA2356BA29E}"/>
                    </a:ext>
                  </a:extLst>
                </p:cNvPr>
                <p:cNvCxnSpPr/>
                <p:nvPr/>
              </p:nvCxnSpPr>
              <p:spPr>
                <a:xfrm>
                  <a:off x="7943215" y="1500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EAFB2862-059A-7C8E-81A7-43A5A59B985B}"/>
                    </a:ext>
                  </a:extLst>
                </p:cNvPr>
                <p:cNvCxnSpPr/>
                <p:nvPr/>
              </p:nvCxnSpPr>
              <p:spPr>
                <a:xfrm>
                  <a:off x="7943215" y="1570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48153AAA-402B-CC51-55FE-3B233B10260F}"/>
                    </a:ext>
                  </a:extLst>
                </p:cNvPr>
                <p:cNvCxnSpPr/>
                <p:nvPr/>
              </p:nvCxnSpPr>
              <p:spPr>
                <a:xfrm>
                  <a:off x="7943215" y="1640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9553DA6B-E246-F279-4882-C4038C0C6F5C}"/>
                    </a:ext>
                  </a:extLst>
                </p:cNvPr>
                <p:cNvCxnSpPr/>
                <p:nvPr/>
              </p:nvCxnSpPr>
              <p:spPr>
                <a:xfrm>
                  <a:off x="7943215" y="1710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A159B1A4-FE2E-F0B9-9D39-623DB6C5C57B}"/>
                    </a:ext>
                  </a:extLst>
                </p:cNvPr>
                <p:cNvCxnSpPr/>
                <p:nvPr/>
              </p:nvCxnSpPr>
              <p:spPr>
                <a:xfrm>
                  <a:off x="7943215" y="1780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D686950F-5517-025D-3D78-DE5272791531}"/>
                    </a:ext>
                  </a:extLst>
                </p:cNvPr>
                <p:cNvCxnSpPr/>
                <p:nvPr/>
              </p:nvCxnSpPr>
              <p:spPr>
                <a:xfrm>
                  <a:off x="7943215" y="1850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A179420D-6644-E9A5-4FDA-D8679F4C79C2}"/>
                    </a:ext>
                  </a:extLst>
                </p:cNvPr>
                <p:cNvCxnSpPr/>
                <p:nvPr/>
              </p:nvCxnSpPr>
              <p:spPr>
                <a:xfrm>
                  <a:off x="7943215" y="1919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Straight Connector 334">
                  <a:extLst>
                    <a:ext uri="{FF2B5EF4-FFF2-40B4-BE49-F238E27FC236}">
                      <a16:creationId xmlns:a16="http://schemas.microsoft.com/office/drawing/2014/main" id="{48D30AAE-6DFA-DB0F-7ADE-2F1B13E9732F}"/>
                    </a:ext>
                  </a:extLst>
                </p:cNvPr>
                <p:cNvCxnSpPr/>
                <p:nvPr/>
              </p:nvCxnSpPr>
              <p:spPr>
                <a:xfrm>
                  <a:off x="7943215" y="19897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E4E8DD68-4321-F090-66D2-A9E4C85AC8E3}"/>
                    </a:ext>
                  </a:extLst>
                </p:cNvPr>
                <p:cNvCxnSpPr/>
                <p:nvPr/>
              </p:nvCxnSpPr>
              <p:spPr>
                <a:xfrm>
                  <a:off x="7943215" y="20596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662F5F94-8024-5C84-432D-C9ADE28C17A7}"/>
                </a:ext>
              </a:extLst>
            </p:cNvPr>
            <p:cNvGrpSpPr/>
            <p:nvPr/>
          </p:nvGrpSpPr>
          <p:grpSpPr>
            <a:xfrm>
              <a:off x="3870325" y="4285226"/>
              <a:ext cx="4406900" cy="571500"/>
              <a:chOff x="3879215" y="1488124"/>
              <a:chExt cx="4406900" cy="571500"/>
            </a:xfrm>
          </p:grpSpPr>
          <p:grpSp>
            <p:nvGrpSpPr>
              <p:cNvPr id="357" name="Group 356">
                <a:extLst>
                  <a:ext uri="{FF2B5EF4-FFF2-40B4-BE49-F238E27FC236}">
                    <a16:creationId xmlns:a16="http://schemas.microsoft.com/office/drawing/2014/main" id="{70E4B712-3805-533D-C0C0-CD8FBABECFC3}"/>
                  </a:ext>
                </a:extLst>
              </p:cNvPr>
              <p:cNvGrpSpPr/>
              <p:nvPr/>
            </p:nvGrpSpPr>
            <p:grpSpPr>
              <a:xfrm>
                <a:off x="3879215" y="1488124"/>
                <a:ext cx="2374900" cy="558800"/>
                <a:chOff x="3879215" y="1488124"/>
                <a:chExt cx="2374900" cy="558800"/>
              </a:xfrm>
            </p:grpSpPr>
            <p:grpSp>
              <p:nvGrpSpPr>
                <p:cNvPr id="368" name="Group 367">
                  <a:extLst>
                    <a:ext uri="{FF2B5EF4-FFF2-40B4-BE49-F238E27FC236}">
                      <a16:creationId xmlns:a16="http://schemas.microsoft.com/office/drawing/2014/main" id="{E6245C89-BA71-CCF1-EE43-27C326798350}"/>
                    </a:ext>
                  </a:extLst>
                </p:cNvPr>
                <p:cNvGrpSpPr/>
                <p:nvPr/>
              </p:nvGrpSpPr>
              <p:grpSpPr>
                <a:xfrm>
                  <a:off x="3879215" y="1488124"/>
                  <a:ext cx="342900" cy="558800"/>
                  <a:chOff x="3879215" y="1488124"/>
                  <a:chExt cx="342900" cy="558800"/>
                </a:xfrm>
              </p:grpSpPr>
              <p:cxnSp>
                <p:nvCxnSpPr>
                  <p:cNvPr id="378" name="Straight Connector 377">
                    <a:extLst>
                      <a:ext uri="{FF2B5EF4-FFF2-40B4-BE49-F238E27FC236}">
                        <a16:creationId xmlns:a16="http://schemas.microsoft.com/office/drawing/2014/main" id="{D7C58DC2-EBC7-7D4A-EEB8-FE8125F65D00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4881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9" name="Straight Connector 378">
                    <a:extLst>
                      <a:ext uri="{FF2B5EF4-FFF2-40B4-BE49-F238E27FC236}">
                        <a16:creationId xmlns:a16="http://schemas.microsoft.com/office/drawing/2014/main" id="{65C20948-A95B-BF9B-0CF6-64EDE46EBB21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5579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F3EB3DC1-95CB-B31C-5A2D-3962244AB645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278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1" name="Straight Connector 380">
                    <a:extLst>
                      <a:ext uri="{FF2B5EF4-FFF2-40B4-BE49-F238E27FC236}">
                        <a16:creationId xmlns:a16="http://schemas.microsoft.com/office/drawing/2014/main" id="{D1FBE090-BD97-B3EB-4DBF-82DEB181C45A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976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EB4F8B20-9D4E-1832-3CBD-91BEE6DB3826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7675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42DEF3BA-F278-AECD-70EE-77107E769B06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8373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4" name="Straight Connector 383">
                    <a:extLst>
                      <a:ext uri="{FF2B5EF4-FFF2-40B4-BE49-F238E27FC236}">
                        <a16:creationId xmlns:a16="http://schemas.microsoft.com/office/drawing/2014/main" id="{0BDAA562-633F-D5DC-94D5-7DDE04DAF398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072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5" name="Straight Connector 384">
                    <a:extLst>
                      <a:ext uri="{FF2B5EF4-FFF2-40B4-BE49-F238E27FC236}">
                        <a16:creationId xmlns:a16="http://schemas.microsoft.com/office/drawing/2014/main" id="{E4A05028-8B58-8CC8-82AC-4C4DA1729B6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770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6" name="Straight Connector 385">
                    <a:extLst>
                      <a:ext uri="{FF2B5EF4-FFF2-40B4-BE49-F238E27FC236}">
                        <a16:creationId xmlns:a16="http://schemas.microsoft.com/office/drawing/2014/main" id="{C86F3467-41FF-30E0-964B-80108D5D3674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20469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FF25886C-750F-D75B-8EAC-13F23C254B54}"/>
                    </a:ext>
                  </a:extLst>
                </p:cNvPr>
                <p:cNvCxnSpPr/>
                <p:nvPr/>
              </p:nvCxnSpPr>
              <p:spPr>
                <a:xfrm>
                  <a:off x="5911215" y="14881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265ACD19-CF9B-EE79-93FD-C29EB5B8047D}"/>
                    </a:ext>
                  </a:extLst>
                </p:cNvPr>
                <p:cNvCxnSpPr/>
                <p:nvPr/>
              </p:nvCxnSpPr>
              <p:spPr>
                <a:xfrm>
                  <a:off x="5911215" y="15579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E3A976F3-027F-3ECA-41DE-AF7C95B58EDA}"/>
                    </a:ext>
                  </a:extLst>
                </p:cNvPr>
                <p:cNvCxnSpPr/>
                <p:nvPr/>
              </p:nvCxnSpPr>
              <p:spPr>
                <a:xfrm>
                  <a:off x="5911215" y="1627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0833FC80-DDDD-0FD5-EED2-7C86BFC6F6F0}"/>
                    </a:ext>
                  </a:extLst>
                </p:cNvPr>
                <p:cNvCxnSpPr/>
                <p:nvPr/>
              </p:nvCxnSpPr>
              <p:spPr>
                <a:xfrm>
                  <a:off x="5911215" y="1697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42911F2A-5D96-B210-1D9E-F7CA0C642BE9}"/>
                    </a:ext>
                  </a:extLst>
                </p:cNvPr>
                <p:cNvCxnSpPr/>
                <p:nvPr/>
              </p:nvCxnSpPr>
              <p:spPr>
                <a:xfrm>
                  <a:off x="5911215" y="1767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3C0C9D88-87B6-D5AB-B50C-57E821C74D16}"/>
                    </a:ext>
                  </a:extLst>
                </p:cNvPr>
                <p:cNvCxnSpPr/>
                <p:nvPr/>
              </p:nvCxnSpPr>
              <p:spPr>
                <a:xfrm>
                  <a:off x="5911215" y="1837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0F934BE5-196D-910E-BAE6-5D6FAFA5B015}"/>
                    </a:ext>
                  </a:extLst>
                </p:cNvPr>
                <p:cNvCxnSpPr/>
                <p:nvPr/>
              </p:nvCxnSpPr>
              <p:spPr>
                <a:xfrm>
                  <a:off x="5911215" y="1907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08E32CB1-B62B-4B8A-45E9-060A38EBA83A}"/>
                    </a:ext>
                  </a:extLst>
                </p:cNvPr>
                <p:cNvCxnSpPr/>
                <p:nvPr/>
              </p:nvCxnSpPr>
              <p:spPr>
                <a:xfrm>
                  <a:off x="5911215" y="1977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AD8798F5-10DD-83B6-11A4-76D0B008AEEB}"/>
                    </a:ext>
                  </a:extLst>
                </p:cNvPr>
                <p:cNvCxnSpPr/>
                <p:nvPr/>
              </p:nvCxnSpPr>
              <p:spPr>
                <a:xfrm>
                  <a:off x="5911215" y="2046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8" name="Group 357">
                <a:extLst>
                  <a:ext uri="{FF2B5EF4-FFF2-40B4-BE49-F238E27FC236}">
                    <a16:creationId xmlns:a16="http://schemas.microsoft.com/office/drawing/2014/main" id="{049C0E68-600E-1A45-1825-8D4060BB378C}"/>
                  </a:ext>
                </a:extLst>
              </p:cNvPr>
              <p:cNvGrpSpPr/>
              <p:nvPr/>
            </p:nvGrpSpPr>
            <p:grpSpPr>
              <a:xfrm>
                <a:off x="7943215" y="1500824"/>
                <a:ext cx="342900" cy="558800"/>
                <a:chOff x="7943215" y="1500824"/>
                <a:chExt cx="342900" cy="558800"/>
              </a:xfrm>
            </p:grpSpPr>
            <p:cxnSp>
              <p:nvCxnSpPr>
                <p:cNvPr id="359" name="Straight Connector 358">
                  <a:extLst>
                    <a:ext uri="{FF2B5EF4-FFF2-40B4-BE49-F238E27FC236}">
                      <a16:creationId xmlns:a16="http://schemas.microsoft.com/office/drawing/2014/main" id="{43CA55A4-946C-E2F6-451C-DABB48D6926E}"/>
                    </a:ext>
                  </a:extLst>
                </p:cNvPr>
                <p:cNvCxnSpPr/>
                <p:nvPr/>
              </p:nvCxnSpPr>
              <p:spPr>
                <a:xfrm>
                  <a:off x="7943215" y="1500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BEDF5AA5-BB7A-274F-8F4C-8DDFF96173AA}"/>
                    </a:ext>
                  </a:extLst>
                </p:cNvPr>
                <p:cNvCxnSpPr/>
                <p:nvPr/>
              </p:nvCxnSpPr>
              <p:spPr>
                <a:xfrm>
                  <a:off x="7943215" y="1570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5E0EF99E-E1B3-E9D4-7823-F2A63642AD81}"/>
                    </a:ext>
                  </a:extLst>
                </p:cNvPr>
                <p:cNvCxnSpPr/>
                <p:nvPr/>
              </p:nvCxnSpPr>
              <p:spPr>
                <a:xfrm>
                  <a:off x="7943215" y="1640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BB432266-AFBF-EB59-324C-86E63CCD24D4}"/>
                    </a:ext>
                  </a:extLst>
                </p:cNvPr>
                <p:cNvCxnSpPr/>
                <p:nvPr/>
              </p:nvCxnSpPr>
              <p:spPr>
                <a:xfrm>
                  <a:off x="7943215" y="1710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F4011BEF-BE90-DE8D-085D-E5A9042FA4B8}"/>
                    </a:ext>
                  </a:extLst>
                </p:cNvPr>
                <p:cNvCxnSpPr/>
                <p:nvPr/>
              </p:nvCxnSpPr>
              <p:spPr>
                <a:xfrm>
                  <a:off x="7943215" y="1780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0D98F69E-957A-0BEB-A709-62A373961264}"/>
                    </a:ext>
                  </a:extLst>
                </p:cNvPr>
                <p:cNvCxnSpPr/>
                <p:nvPr/>
              </p:nvCxnSpPr>
              <p:spPr>
                <a:xfrm>
                  <a:off x="7943215" y="1850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FD13AAF1-E82F-BD05-CE19-5C3D42CD7E19}"/>
                    </a:ext>
                  </a:extLst>
                </p:cNvPr>
                <p:cNvCxnSpPr/>
                <p:nvPr/>
              </p:nvCxnSpPr>
              <p:spPr>
                <a:xfrm>
                  <a:off x="7943215" y="1919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DD560295-6A33-56D8-9C3F-83B5D8EB37C7}"/>
                    </a:ext>
                  </a:extLst>
                </p:cNvPr>
                <p:cNvCxnSpPr/>
                <p:nvPr/>
              </p:nvCxnSpPr>
              <p:spPr>
                <a:xfrm>
                  <a:off x="7943215" y="19897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8718F55-13E3-7E17-20EF-446F7F83A52A}"/>
                    </a:ext>
                  </a:extLst>
                </p:cNvPr>
                <p:cNvCxnSpPr/>
                <p:nvPr/>
              </p:nvCxnSpPr>
              <p:spPr>
                <a:xfrm>
                  <a:off x="7943215" y="20596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6A064B45-6740-4459-43EC-59912FC95E68}"/>
                </a:ext>
              </a:extLst>
            </p:cNvPr>
            <p:cNvGrpSpPr/>
            <p:nvPr/>
          </p:nvGrpSpPr>
          <p:grpSpPr>
            <a:xfrm>
              <a:off x="3879215" y="5734819"/>
              <a:ext cx="4406900" cy="571500"/>
              <a:chOff x="3879215" y="1488124"/>
              <a:chExt cx="4406900" cy="571500"/>
            </a:xfrm>
          </p:grpSpPr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57C93571-FA74-44F6-5153-2805ACB39675}"/>
                  </a:ext>
                </a:extLst>
              </p:cNvPr>
              <p:cNvGrpSpPr/>
              <p:nvPr/>
            </p:nvGrpSpPr>
            <p:grpSpPr>
              <a:xfrm>
                <a:off x="3879215" y="1488124"/>
                <a:ext cx="2374900" cy="558800"/>
                <a:chOff x="3879215" y="1488124"/>
                <a:chExt cx="2374900" cy="558800"/>
              </a:xfrm>
            </p:grpSpPr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ECF709B0-F1DB-9A69-DE99-61E0C594C245}"/>
                    </a:ext>
                  </a:extLst>
                </p:cNvPr>
                <p:cNvGrpSpPr/>
                <p:nvPr/>
              </p:nvGrpSpPr>
              <p:grpSpPr>
                <a:xfrm>
                  <a:off x="3879215" y="1488124"/>
                  <a:ext cx="342900" cy="558800"/>
                  <a:chOff x="3879215" y="1488124"/>
                  <a:chExt cx="342900" cy="558800"/>
                </a:xfrm>
              </p:grpSpPr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AEE7135A-6A30-17C9-CEB5-8E94CAF8F0D3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4881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6D842B08-8FB8-51EE-6C46-1E754FA5175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5579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1" name="Straight Connector 410">
                    <a:extLst>
                      <a:ext uri="{FF2B5EF4-FFF2-40B4-BE49-F238E27FC236}">
                        <a16:creationId xmlns:a16="http://schemas.microsoft.com/office/drawing/2014/main" id="{F29F243D-BBB4-B8B5-00EF-0E06B9D8CB9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278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2" name="Straight Connector 411">
                    <a:extLst>
                      <a:ext uri="{FF2B5EF4-FFF2-40B4-BE49-F238E27FC236}">
                        <a16:creationId xmlns:a16="http://schemas.microsoft.com/office/drawing/2014/main" id="{63A2A67F-6A9B-2ABD-AF70-8E3AC23813A9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6976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Straight Connector 412">
                    <a:extLst>
                      <a:ext uri="{FF2B5EF4-FFF2-40B4-BE49-F238E27FC236}">
                        <a16:creationId xmlns:a16="http://schemas.microsoft.com/office/drawing/2014/main" id="{96CB9ACE-74F8-B579-8FE0-F46C7DEE308B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7675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Straight Connector 413">
                    <a:extLst>
                      <a:ext uri="{FF2B5EF4-FFF2-40B4-BE49-F238E27FC236}">
                        <a16:creationId xmlns:a16="http://schemas.microsoft.com/office/drawing/2014/main" id="{102D8AC6-E1F9-F274-E160-5E5C9AF6CF70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8373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5" name="Straight Connector 414">
                    <a:extLst>
                      <a:ext uri="{FF2B5EF4-FFF2-40B4-BE49-F238E27FC236}">
                        <a16:creationId xmlns:a16="http://schemas.microsoft.com/office/drawing/2014/main" id="{63345C31-61E3-1005-179B-F3F7C069035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072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6" name="Straight Connector 415">
                    <a:extLst>
                      <a:ext uri="{FF2B5EF4-FFF2-40B4-BE49-F238E27FC236}">
                        <a16:creationId xmlns:a16="http://schemas.microsoft.com/office/drawing/2014/main" id="{2EF8C07A-926B-60E4-84A7-65A3DA4CAE01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197707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7" name="Straight Connector 416">
                    <a:extLst>
                      <a:ext uri="{FF2B5EF4-FFF2-40B4-BE49-F238E27FC236}">
                        <a16:creationId xmlns:a16="http://schemas.microsoft.com/office/drawing/2014/main" id="{AEDADA32-43EA-1CF7-9D5F-5C1B6C714042}"/>
                      </a:ext>
                    </a:extLst>
                  </p:cNvPr>
                  <p:cNvCxnSpPr/>
                  <p:nvPr/>
                </p:nvCxnSpPr>
                <p:spPr>
                  <a:xfrm>
                    <a:off x="3879215" y="2046924"/>
                    <a:ext cx="342900" cy="0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C4E0DEF9-71D7-52CC-FDDD-C5F718466DD2}"/>
                    </a:ext>
                  </a:extLst>
                </p:cNvPr>
                <p:cNvCxnSpPr/>
                <p:nvPr/>
              </p:nvCxnSpPr>
              <p:spPr>
                <a:xfrm>
                  <a:off x="5911215" y="14881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AE5E9019-3C00-5CCC-5BAF-B367C8058D37}"/>
                    </a:ext>
                  </a:extLst>
                </p:cNvPr>
                <p:cNvCxnSpPr/>
                <p:nvPr/>
              </p:nvCxnSpPr>
              <p:spPr>
                <a:xfrm>
                  <a:off x="5911215" y="15579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023E8626-0F01-849E-DC41-C79C9377188F}"/>
                    </a:ext>
                  </a:extLst>
                </p:cNvPr>
                <p:cNvCxnSpPr/>
                <p:nvPr/>
              </p:nvCxnSpPr>
              <p:spPr>
                <a:xfrm>
                  <a:off x="5911215" y="1627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3CD0B334-E116-4BD2-18B4-8327100966BF}"/>
                    </a:ext>
                  </a:extLst>
                </p:cNvPr>
                <p:cNvCxnSpPr/>
                <p:nvPr/>
              </p:nvCxnSpPr>
              <p:spPr>
                <a:xfrm>
                  <a:off x="5911215" y="1697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2F39056E-D99E-C024-030D-6A7CE0D4D4B8}"/>
                    </a:ext>
                  </a:extLst>
                </p:cNvPr>
                <p:cNvCxnSpPr/>
                <p:nvPr/>
              </p:nvCxnSpPr>
              <p:spPr>
                <a:xfrm>
                  <a:off x="5911215" y="1767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446099B3-121C-7A85-D894-561F13DE556B}"/>
                    </a:ext>
                  </a:extLst>
                </p:cNvPr>
                <p:cNvCxnSpPr/>
                <p:nvPr/>
              </p:nvCxnSpPr>
              <p:spPr>
                <a:xfrm>
                  <a:off x="5911215" y="1837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044ADD85-033D-BD7D-E1E7-CFC9A5DF7D3E}"/>
                    </a:ext>
                  </a:extLst>
                </p:cNvPr>
                <p:cNvCxnSpPr/>
                <p:nvPr/>
              </p:nvCxnSpPr>
              <p:spPr>
                <a:xfrm>
                  <a:off x="5911215" y="1907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45A30536-B640-E8C2-8008-A7069EAC4715}"/>
                    </a:ext>
                  </a:extLst>
                </p:cNvPr>
                <p:cNvCxnSpPr/>
                <p:nvPr/>
              </p:nvCxnSpPr>
              <p:spPr>
                <a:xfrm>
                  <a:off x="5911215" y="1977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986D4550-BD60-5F95-CF11-D96B5D382F9A}"/>
                    </a:ext>
                  </a:extLst>
                </p:cNvPr>
                <p:cNvCxnSpPr/>
                <p:nvPr/>
              </p:nvCxnSpPr>
              <p:spPr>
                <a:xfrm>
                  <a:off x="5911215" y="2046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ED4BA55C-3C0E-97B6-239C-012789A3FEDE}"/>
                  </a:ext>
                </a:extLst>
              </p:cNvPr>
              <p:cNvGrpSpPr/>
              <p:nvPr/>
            </p:nvGrpSpPr>
            <p:grpSpPr>
              <a:xfrm>
                <a:off x="7943215" y="1500824"/>
                <a:ext cx="342900" cy="558800"/>
                <a:chOff x="7943215" y="1500824"/>
                <a:chExt cx="342900" cy="558800"/>
              </a:xfrm>
            </p:grpSpPr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3F575065-C5FA-5B3C-9B6F-71F9AF065CBA}"/>
                    </a:ext>
                  </a:extLst>
                </p:cNvPr>
                <p:cNvCxnSpPr/>
                <p:nvPr/>
              </p:nvCxnSpPr>
              <p:spPr>
                <a:xfrm>
                  <a:off x="7943215" y="15008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5CE2901D-E3C8-398B-35AD-877E0C9FFC4F}"/>
                    </a:ext>
                  </a:extLst>
                </p:cNvPr>
                <p:cNvCxnSpPr/>
                <p:nvPr/>
              </p:nvCxnSpPr>
              <p:spPr>
                <a:xfrm>
                  <a:off x="7943215" y="15706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6B9A1E8C-F374-683C-49AC-D26528612E2A}"/>
                    </a:ext>
                  </a:extLst>
                </p:cNvPr>
                <p:cNvCxnSpPr/>
                <p:nvPr/>
              </p:nvCxnSpPr>
              <p:spPr>
                <a:xfrm>
                  <a:off x="7943215" y="16405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C4BB00F6-B747-654F-CEBD-44ADFE991452}"/>
                    </a:ext>
                  </a:extLst>
                </p:cNvPr>
                <p:cNvCxnSpPr/>
                <p:nvPr/>
              </p:nvCxnSpPr>
              <p:spPr>
                <a:xfrm>
                  <a:off x="7943215" y="17103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1266F342-A95F-5F00-38BA-006F82FBC2E8}"/>
                    </a:ext>
                  </a:extLst>
                </p:cNvPr>
                <p:cNvCxnSpPr/>
                <p:nvPr/>
              </p:nvCxnSpPr>
              <p:spPr>
                <a:xfrm>
                  <a:off x="7943215" y="17802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7C61D9A5-57C2-3781-EEEE-1C2914C187DC}"/>
                    </a:ext>
                  </a:extLst>
                </p:cNvPr>
                <p:cNvCxnSpPr/>
                <p:nvPr/>
              </p:nvCxnSpPr>
              <p:spPr>
                <a:xfrm>
                  <a:off x="7943215" y="18500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2F5D2782-D66B-1F8F-2092-24C828966433}"/>
                    </a:ext>
                  </a:extLst>
                </p:cNvPr>
                <p:cNvCxnSpPr/>
                <p:nvPr/>
              </p:nvCxnSpPr>
              <p:spPr>
                <a:xfrm>
                  <a:off x="7943215" y="19199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DF9432E1-46E5-DF1D-EC4B-AE1DEFAF542E}"/>
                    </a:ext>
                  </a:extLst>
                </p:cNvPr>
                <p:cNvCxnSpPr/>
                <p:nvPr/>
              </p:nvCxnSpPr>
              <p:spPr>
                <a:xfrm>
                  <a:off x="7943215" y="198977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5015FBD-7F21-6162-E30A-1C14054F18BE}"/>
                    </a:ext>
                  </a:extLst>
                </p:cNvPr>
                <p:cNvCxnSpPr/>
                <p:nvPr/>
              </p:nvCxnSpPr>
              <p:spPr>
                <a:xfrm>
                  <a:off x="7943215" y="2059624"/>
                  <a:ext cx="342900" cy="0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29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E754-E0AB-8E2A-6CF8-9BD496C7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963ABD-5835-9907-5575-133A0B2A3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91F03-9A40-FB71-B1FD-CA111190C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33E39FC-8132-9B1D-1218-F448454400F0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E4FC1-1B21-32BE-272B-DD87F07EC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63" y="1260100"/>
            <a:ext cx="9934474" cy="554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A70-900D-F7D1-DA28-8F3D75F5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C8CF6DD-07CB-7EBB-38AB-6290ABC32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FE603-C42C-FB07-7C58-1B7AC2C1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D0DB56B-4571-CADD-C590-F46C4D1ABE1E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7D30E-62EB-4DE0-8C73-08655ADC0FC7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0C4BF-6971-F827-3F2E-9CA5A25D08BE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EBC019-3E96-3397-9D1F-53AACC6BF8B6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C26D04-AFF6-67B5-231A-7FEF1E1E1394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2157C0-9197-D449-41F1-F94A07BC69F9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7EB67-C3F7-F23C-6111-9541513B4016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EB58F8-78B1-1ABD-1A12-2FBA1C51E67F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325090-57F7-AF07-6C7B-1ADAA8AB32BD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714EB1-633C-11A5-8046-57AB254343C3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0EB57F-5A2E-C0B9-CD4F-65CD24FD6C0B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BDF519-FCF0-4DD1-8DBE-18D69C33CBDE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A8B006-B24F-9BAB-7079-2B42C330D9F5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152BED-7931-CC7B-AF37-AF072631DA42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7A663B-96D5-0E63-4BD5-C605C8CC156F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84192F-FAF3-324E-ADE3-A47144B8CE63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9A68C6-0668-21E5-FCA0-32F843923C80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7855C6-AB2E-8E60-16AE-F23A19CEE31A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A79D9F-45D1-BA4F-4CF3-CC78E9FCE265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576F7C-9A28-6A0B-4383-259F1609D4D6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5088D9-CB12-53E6-6F8B-BC13D7EE1E9F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38B23F-3A2E-9F84-EEA2-41C71F087F50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AB1809-C953-69AC-3AD1-5139D9096342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43B462-6C5F-984F-D71C-7695C80D6240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8F6046-ACDD-C9D8-7474-1F3452CE114B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BCEAC5F-FC96-5B35-C197-16FEFFE0F584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19EF46B-EA61-7197-25EC-56DA020E844D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4E612D-C5DA-669E-8220-2B1C36B9DAB5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E24A0DB-6436-00D8-9127-811B4DEBD921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25384D7-C650-BA92-0FF8-45DB1A2FC929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4264720-C506-EC23-84B5-FD3BE1F6D1E5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0883C51-8B1F-FBA6-644C-4CF574B47E90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545DE89-0286-0E43-9A41-B13E2F5B0D39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D020D6F-7372-B0FE-3F75-EDF17C0E4BBB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6088A44-2BE7-2C12-0FC8-CC631C018F7B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BA4EAF5-F089-68E4-9CF5-0D6C7F54730C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30774C1-C851-1582-2A75-9F01DD6C49DA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46EBCE7-1DEF-6621-C547-457C1F246827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E036795-EDD1-66F4-6D2D-92F78EE59F1A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3DBF42F-F168-D121-4CC9-AA34298591C5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9960FA-7CC5-04DA-243E-57344D511919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861BEC-844D-5844-2CBE-D7D66E516097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4413178-F4E5-A144-9DB4-346D939E47F4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372CB96-54C2-DD9C-3A80-D00311E9BDEB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4CB8626-8CBF-1F26-4758-0A13558F37B9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C6B6E47-9D6C-5461-AD0D-C5FC00829C01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D24B75F-F300-D34F-F9DC-06AEF80BA0B2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B3A0A94-2B73-A2E3-3A77-833A3D44BD77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315F2F-03BC-9669-F30D-B5CB2440B6C4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380A0D4-61B1-14EC-4985-798606DF9064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0423C56-4DEB-46A6-F2B5-37946CD406B5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AE6916-6DA7-4827-C4F2-3C53CC83D544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0B967B7-B249-7571-3E06-EB11A3D3D2DB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B7F7C68-8F4B-46C1-06E1-A474763D6C8C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2E117E8-9494-C8BF-C3A7-580ED3C4285D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2AF6D6A-0067-F98B-6F66-BE814424D051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72E2899-3CA8-6EA5-0FF2-59C51A407924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1258BBE-5355-4BBD-A279-F6B23D7F97A4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503B2CF-3D81-5366-50AD-B5EECEC9660C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BF71749-61B3-A26B-B503-5438D98A1F58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83685C6-9F48-5D83-C8CB-4098F055BA74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3DEB8FD-9AAC-D28F-E282-BCDB9F767F0F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EC237EE-5E50-8309-A843-1E71E246931A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4BB40E1-DBDB-AA52-B284-C7BE9792A327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B0BA0E7-44EB-CC18-6518-8C251A872736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2AEA335-2A49-2866-9DCC-0091414F1346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703CFE1-0CC3-391A-347E-FD938D5FE5AC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A28164E-8D25-6497-B61B-DC4B164CA552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DE076DD-9BE1-11DD-D834-992AF9B21FDD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DAE4E45-F5F7-3745-02CD-B9D968A2059D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84C16C4-4F2E-0B14-D9CA-AB585FA38641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B758201-E03B-3FED-98FC-E740B3E5591E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C91ABF4-8DFD-F185-6B94-A43703A4DD53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C7643D3-9DF7-0F1C-D36D-6BC35E36DC39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535E91B-2F31-1756-7901-51E2C94DD0CF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F904617-0C45-D75B-6F51-47D82046B864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E3910C8-0D03-5345-A5B0-C088FD26B4E6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E959E2D-D06B-C1B9-1567-AC4AC9C0E3F2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B5D7A1-70B8-566D-FF92-48DF324C5169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F16084F-4BA4-72C4-C6E3-8ECE78AE7600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7B86308-092F-2FEA-75FB-9CF53B3038D4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2CFEE6C-D2F2-F0CC-9BA5-AEF95CA38CC1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B974124-1813-0547-C3F8-8B345ED9C487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E2112FA-0C71-0037-A654-6136DFD05B7D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22C4C41-B9BF-945E-423C-29CA0A85E944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CAE0A07-D5D2-9039-F486-758575665831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68D50B6-C3FC-7E70-043D-AF1C24398BD3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740C636-B98F-0961-525B-C04FE396EC5D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2123A93-0CA0-3FF2-CA45-A1596ECF169A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6BACF7C-4EF5-CBEE-3EB5-E9E265CD86CD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9BA10CD-546D-06A4-4B38-2F689E72EEE4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79AF62D-BB72-9FE5-DD18-C9A2436D2674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99A8E82-3C94-B79C-D99D-E19D12939BD4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F8E543B-2AED-2EE7-8282-4A2529FA94DD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FCF1C0D-0991-0A0D-BF2E-46A1CD722FCA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5713CA6-E7EE-4C23-396C-786654E88A56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772F953-DAAC-7B39-25C4-BACB2458C2BF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BACCFD5-CC15-C673-D7AD-84276E915ED7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E1EA576-D15A-BFA1-29DC-0E5C67D5D92D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1767320-CEA1-723A-D768-3992F596E295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EBBDCF3-97AF-0874-9729-3A93E452F2BA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3E0AAAC-A1BA-2655-F1DE-5C32ED30DF99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1EDF8E1-FD74-1C3C-F8EB-3B0AE85ABAD8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F9AD498-5CD1-71FE-FA1F-3D46F90B300D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69E7AB6-27E0-96E3-810D-44A42A11CF92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F0013D5-7871-28A2-BBD4-CADDA2245376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36659F1-0F6C-2C05-A05A-B1E0AD0E723C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A0069CD-54B1-E626-BA5D-27986CA610A4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9A2EBE0-2D6B-00D4-B697-CB8504067228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75D48B4-682E-9E17-983C-2E8B1736D6EF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A9071C8-6C52-0D06-43B8-5E22E83F5AF9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D909F77-FEE8-B821-2D2C-046524F031C7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AFC1217-CF74-7FC1-AEF0-05641B36AFEA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5C7D472-766E-EAD6-502C-474206A9E9D2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54D1C13-BA8E-EB74-B8AB-EE1300314E7B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A49A8BA-3731-BDD3-6604-20F3A8D70F89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00B573E-2623-E98B-8B08-957D9C05727E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C04EFDA-BF7C-E378-B898-981D654BE318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5EBC4DC-9720-ED23-2F5C-AB7DA5E48A61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C16D81F-8F3E-D728-E25F-C7B95AC28D68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AA53481-B6EE-7B69-324E-59564D4FC260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1C16DC69-87E2-9E98-8A18-5823DBF47EEF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7196249-8E19-AB57-AC72-16BFEC2D9B8E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9C9D434-D506-4BD1-5F7F-4668EDAE5E47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DD14BE2-2D32-08EB-3E6A-14B8B4D47A7A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75901EB-3810-D34C-2416-F4D33D7EDFEF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7F8D7A8-5981-EB79-1EBF-DD4FA42F0150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EC75D94-0673-FD37-E510-8AB40028F818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3EB9E05-E642-30F2-E1E2-1FD40FF82DF2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F763A56-D1E4-01FE-7466-2360FD751352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3A6A9C6-3C6E-61AF-FE08-A94799165A2D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E6C7D70-8F6A-4A7F-7819-7C9AA7D9EF32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A4B16CC-2B9C-936A-E60F-A89B09F9D78C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C9A559D-83E3-7F20-377A-8B76D3A1092A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78F813A-F016-ED65-E44D-818F6839B9BA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0D4681C-9D4E-8F46-611E-C2D119FC1B58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5B3FECF-8340-0D79-BEDA-653BE4C31EC7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D209D32-33F1-A634-09F8-1B6AC239EC1F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ECE6D85-7E5E-21BD-C239-CACBD55A0481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CC77FA37-9EBF-F923-9DDA-32567825DD6C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6E5A6A4-5EB2-ED99-6416-C3E550F78EB6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764DB7B-706A-F0C6-8DBA-D8752FA200D5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820EC38-47D1-68F5-F2B0-10E2E2AD379F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96D900F8-8A46-2EB2-7B0A-BCE0196F1FF8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A1F8C74-3751-9FA4-4901-69A2DDF693A5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E355B976-3CA8-D114-C881-97DDA0EBB42E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DC038AB-81E2-6ACD-DB08-3D2292FA4C01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01474945-CE34-4FA1-B862-372DC14E5677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507767D0-27BF-BDB5-2E71-044F2540212C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64834B6B-8608-28FF-7041-AC86F242128E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EC3224C-5516-01E7-4719-B38811D7F6F9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3643669-4DE0-424D-9B9C-A736D85F2994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6D346EC3-32DF-519A-D841-AC47D2340E3C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43503E7-F661-9067-6AB1-C58D8ED8FEEB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BD928A2B-55C9-2FD7-0A7C-0BEE56DD2CE8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8DE2819E-0BD7-A301-9A06-7560134D3B17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4E1B5989-ADE1-0238-3DA7-8D130E73036E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DCE4F24-F316-CE8F-CF03-D95FA96991ED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BA6E06F0-DA69-5C7E-9B26-C736ED7AB4F5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0FB1DF43-640A-89BB-F6C9-963B77589238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5D09DDF-AC94-496A-EF04-0637C59F8BCF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FAA76DF1-D602-2F04-F20C-59D56CC20C2C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F6B76CB8-FC4C-1B28-4F40-B5016B6CCD61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3E6A4E6-A41A-6FDD-10D3-73E9A02A57AA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17161A9D-9C9E-CB23-B029-2E12DC4BCC62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94AD3709-6FAC-0E79-9383-7CEE0EF7D808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2C6E5C2-AF45-E931-24CB-FF3D79095EA4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ED34DE37-3884-3C58-F4E1-4913DE70344E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DB4D847-28E7-3624-A101-37D73EFC355F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E68FFD52-F42E-9741-565F-75DBFD95FA4B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D18AEF11-B4AA-8632-F3AD-33DE3B693CD2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E77A7A3F-148D-DB88-20B4-3046CF2349D5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BB45E1A0-8E8C-DCB5-1184-7C1A49F651EE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B14C589-EF5A-3FB8-59B2-AC334C9941F3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4047F6F-9D76-B146-CE42-1945F3132058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C69900A1-D53A-5EDD-3C56-E0A177BBF212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4D00607-891A-E73E-042A-DABC4DC66D34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D7F25582-D640-7B1E-D85A-0F025DC9E03D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6897B8D8-FCC3-CDF4-DDF9-7F21A31CD28E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336CDD88-FF89-666E-3DA1-05B482455DD8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154CB317-FC71-7943-AE6E-4AA7B2816EC1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C95C30E4-4377-8E2E-7D1A-36E1F468EB10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65107BA6-C851-C21B-6784-27852909491A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068A053F-620F-6F13-14E2-0361545AFE9D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2A09EEB4-AE9A-096E-BB2D-B6103B3D3EBB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6AF6B49B-BF4F-4CAF-DDD5-D5F786A326D9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3A3DE8FF-6C84-EB24-DFE8-818A4E5E6BAC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0F7B747-9062-5D3C-B8C2-F78F80F734F8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76BD5911-6048-BB0F-7255-E917BAE12F9D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F51346F7-E260-BF92-0BF6-8D63D243F2E3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E57D8C0-84E7-AE15-1099-7E87FEFCA2C5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8438C9B4-D05A-B5C4-8E03-7861017327AF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179DB5BE-F89D-3727-3B64-BC00F1C204E5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CF997792-3ACA-1A6D-6CCE-4D2D532612D4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4F980955-10D4-620D-7BEC-1E952560A81E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1003C4F4-3259-05EA-4814-3D1A010A50F0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7917C2C4-9F7B-B01D-490E-E3108C27936D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196ADB84-8E29-652D-594F-9E88765287F9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B5F2C915-1FDA-4809-5715-D28D0EA55DC1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F069C72E-116B-5A91-E30C-8C1CEDBC3F56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94BEA8B-FBBF-F894-C167-9B1F2511E3F7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0A5C323-2D62-34F7-79E3-AC6422E2C0D1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06CCDEF3-1DD9-33E6-B72F-5D71A19AF524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7571AB03-B708-5070-3E2C-54D7F5702D7A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33B8D111-6A4E-0E2F-356A-D037FFE2E358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88E5F867-7A9A-D101-501C-F530C5C58D11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BAE6F0EF-EB6E-046A-6765-15C15C2A06F0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3AB1C0BF-0684-1FA8-BD01-76E4F1E714DA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C5BCF1F2-7980-2DE3-57BE-3807A0B520FB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1014013A-F03F-13A6-D36E-EC8C70254290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8FA059D8-5244-2847-F3EC-72F6F433E6C7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099EEC19-A44B-1171-792D-2DD18D0AF2ED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CD7D259F-DF82-D6E4-4E68-AED4F8C42EE8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624FC18-A815-BFF4-A8E3-F67A7CDCBE48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528727CA-3249-12F6-80B0-33D9627390B6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54EEB661-DE14-AC3F-5995-3B3564CA679F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566EC121-FD59-4626-BF54-2E7EA6F70162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A1B13759-1CA2-531C-4F21-B7C7E0B2F6A9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974D7332-5783-A70D-C9F9-BEEFBD28A977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C4D47906-B013-DEFC-5EFB-AE7AF0997337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95B6309-AF40-82B9-0677-8F3255B1E9C6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8A668CC5-31B0-9D33-8451-C195BF95EB67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547CE6B7-C83F-B6DA-4228-99191FBE2671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FA77679-94F8-AE3E-8DF6-0C52BD2D18BD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A924942-3046-4091-E946-7243126F6833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0305CE63-4F44-1518-53AB-02E9901928E2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7C846140-78A3-5244-FE1B-25024CF2F149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BDFA3E4-A1C2-4ABB-81AA-9F33BE217014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A79F7562-0FBA-B2CD-793C-CAD920D49D5E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2BE6E90D-DC78-1A42-F67D-642AF48977DD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BB0CC6AD-3303-CF32-16FF-EFAE14E7C43F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83164C85-C0D8-88F2-AE33-5DC4D500103F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A2D7B87-335E-5708-648C-98B923328334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0FD78210-F3EF-92A9-CF64-D890FF73625F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ED907CCA-EDD5-D8F9-643D-A9D3F50C975A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AF67E6F-E919-35A4-D6EF-F5BFB7FEE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06BFC53-7125-9CA3-D663-47F04B2D32FC}"/>
              </a:ext>
            </a:extLst>
          </p:cNvPr>
          <p:cNvSpPr/>
          <p:nvPr/>
        </p:nvSpPr>
        <p:spPr>
          <a:xfrm>
            <a:off x="2032000" y="2711213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8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E51C-0968-862C-B7F2-B86AF46E7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91FD47-9AD0-D10D-3F96-BF3848D5E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740A4-584E-F0C0-0494-B937828F3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964AE20-9D10-E7F1-ACD8-C963D8503DCA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D3F52-56A7-5806-554C-F57860E1CFA4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E5CAD-3041-BD71-ECC4-053942E46DBE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CD3CBA-2405-8B85-14B3-3E4B2D392A9C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686942-4C46-6AAC-C235-BF90C628284D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36675-58ED-F7FB-D925-AC96F58ADDCA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E3ACA9-A436-1E49-97AF-CAB82AA66B39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542ED8-93D5-BBD8-116B-F1B1458047D2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6FFDFD-B0DB-221A-4602-DFB3936605CA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963A74-A0D9-2577-D678-866E9825E026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0A476D-2A3A-E934-4DCA-A16E685A0BC5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1DA3AC-289F-E557-C43F-A7F871F16499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377FE5-D9C6-286F-9532-E74F59B08692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107192-8259-56EE-DC90-85F5DDF488C1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9327F2-737D-67D3-C71B-C8565C5D36D3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56B60D-DDAD-181C-30F7-3079533DB269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A60F003-4DFC-2D01-2608-500A397929B7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223FED-61D9-B982-FFF3-B98F87F41DF3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81F8CB-3C03-9C4E-60ED-A6240C56F3BA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33C71B-3C59-C077-3491-42CE785AE1ED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C2A9E4-2404-ECA2-BB81-C129DD1EB3BC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C78175-F38F-0387-0678-425F0D23EBEE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730A43-D6DA-A978-0FC3-09E1904E0630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D0A459-5A03-E808-8B7E-C0A843667EF2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49D0C0-A79B-EE93-253D-B8DC49AF1D4F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2FD2EAF-670A-8678-1561-B1C1B0F1B9CE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869C71-F063-639C-E34E-BC9CFB939082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0D4143-62BF-C9F7-B1FB-FC49D5B4542B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7AA70E4-2802-16C9-71FB-6986DBF825CE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BA6061B-4C74-0CCC-349D-C0CE4A8FCA23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580C80-32FC-16DB-27E3-03409EA3460F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CE860A4-2242-7119-2587-B8252724F000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64A7EC7-6865-25CF-899B-502A1FF2F843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17FBEF9-22AA-2639-391D-3A0D5786E7DC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9C3777-644F-DBEE-75B7-345AF53222E3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71A8944-5CB3-C2A1-A49F-BE80CE40ACFC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275E998-578D-4EF5-B2BF-211217834CEF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DFBA5A5-E687-0D90-C352-E38F366E177D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4331D2-69D5-5A21-3AC6-240CCBBB88EB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3D3479-A2EB-05A7-F497-87E5DC4C0A81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178DCEF-473C-1B08-0264-D9AD3F2D2199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97EACE-C586-E834-950B-6B78B7175A97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68A6CAB-962F-DDC1-BAB4-DEA708D6C997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F3B10BE-7D68-55DD-9B04-1DE5CB762C5B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2F5B3CF-280E-03EA-FABE-935F000685E2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F5B694F-2863-BD3A-2DE5-9D7C38BB20D9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9CA46575-EE40-6E3A-58F8-19018E57E24B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6CDE5B9-3595-1374-29EC-E7D6AE7D05BF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763538B-BFAD-C8CA-0B84-4C64FCA420F5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9BBE25-ED34-343E-3DEF-0B9B6C95A798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2558667-6DBD-8445-8A7B-02B5C18C7F8A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0313988-8378-B4AB-D795-BE7E32F20BEF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48E1E79-BDA9-9162-C6B1-D3201497D41F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C55832-A9E2-E52A-64A9-AD7E05604DF9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075AFB5-DE23-78DD-B126-06D82E8F729A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F99F4C1-7F88-6131-191D-31408A0EFCAD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EB017C5-81F4-E835-6567-AF75DE395314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15642CF-741E-5129-FCA6-F2D012217185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06FD2A5-FFC5-4591-080A-EE17198D7956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5A9DC64-EB11-ABC4-417A-C054BB4405B9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D93A4A0-B734-21CA-1717-B9AEB0CD748E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535668C-6883-6D08-BCDE-6DC6960D96FE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A100358-5C3D-60B1-1738-267FE3532068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6C38CBB-2E67-0E0F-8037-AADA5E43384C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E858FB8-468E-7EAB-BFDA-3B2E16A005D5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8F0F16D-3773-7EB0-A5F5-389372D38353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C61242B-04C3-1F12-7C5D-F51A7EE28563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669FB2F-89ED-94DC-F104-5AA8D2953A44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65BB24B-1436-6405-326F-A2A6216A56E6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41A889F-5AA4-4EA5-2A58-95F4E98756B9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9AA6ED8-C33B-8348-3833-36AAC68A8B31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684FA5B-795C-7D71-2E4C-25F00C429E04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90A439C-162E-35BB-5056-31E7CCF32CD1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FAA8B56-E367-E267-5D48-378D937E71C5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277C31D-1CED-C8DD-C4F5-2ED99D7AAF81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0ED7665-A9FD-8583-58B6-5249DEB4A7F6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4D7B47B-2ECB-5F92-58C1-A2CB51B08B4C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E2DF2BE-ABC0-69E4-7322-46731FFCA00B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7F5CD81-1282-C26F-BFDE-5C635B6BBA10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F743E48-B899-4866-6E6E-02C443D6B01C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31EB3B3-6709-298C-D81A-6C613A7B2820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D9C1AE3-3676-1B6B-4BD4-7C530B9D09B9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B9C80E5-7A87-DFF1-6B7B-A5C89D385059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360A35D-C1A6-8489-004A-7FD4230C32E6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415E1D7-BA1C-5919-9623-5D1B1B037223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A075F53-257F-2278-920D-C2C667E189F6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C12146B-FDAC-2500-AA7E-064A42A49EA8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F8273A2-8B7E-4C25-7660-66C25B893068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2FD81D6-6A66-27D4-878C-C1BC1DFBDEFC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5B1E6FB-AF8A-29FD-D88C-CE53F7AD6C95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F6EF0B9-1BB8-6C11-82E4-01612674B0E7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7A6B742-8A9B-CB10-849E-C2DE8A4A075C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722179A-71C6-E35D-B3C7-B02E1F499AB2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3D9EA68-C401-2D00-4FF3-5C34831A4861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2118271-4DF1-C485-8E6F-C3B0EF2185B5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7593FBB-C0BE-5D9B-6929-694ED1487C8F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FDBAE66-E879-FD55-CF39-0817330B56F4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817D9FD-F39E-0D61-1331-2770C2BCA5EC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1B0BE25-408E-DCF1-78EE-98909871AC13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0E9414CF-3B8B-D079-8B18-3EB8CD19060E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63F81C1-DF45-03BF-133A-928ED07BBF41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E1388DA-D829-AC04-63F9-6E575132B230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614E40E-058F-C13F-7928-2E204A249CC5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5A5AE25-7275-1FDF-E8EE-E9B9D7A9359A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FACB308-0675-B4CE-5647-9A5D8F82E01B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6D495FB-CFC1-7A59-8BAF-5213C19228F0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D9472E3-0C07-84DD-19C9-4422B874B2BB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085AF56-A0F0-74BD-565B-B5EC173388F6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42848ED-C393-F481-C204-F9CF78FF9387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7438509-9065-7F77-8ECD-DB87A8928A4A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CD8D6C1-6F42-1D23-6DA7-C9F17071CD35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E5A0805-91DD-0E43-95F7-3BFEEEDE5EAA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FF12EB9-6FBD-65DC-C5C2-0ADDE57B650F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9F35D6D-7DDA-7DD0-8451-100FB62F0A3F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DD36DA8-C1A2-C0D0-88F8-910EE82830C6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DDAB73A-2D97-819A-2801-644787D0BE15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70AEA58-BE4E-CF5B-F350-04F451CE49BA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CCA68AC-E286-D9C4-2049-920A9F2A2034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576DC01-D1F2-478B-C159-33ED61E76351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97BE250-9527-3ADF-0672-75399BA91C62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8D3D875-765C-CAC5-E948-F35F29986FA3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96AD1E1-03CC-52AC-B30F-B726DD8A7BF2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5CB1AD6-2665-BB61-56B0-00D29B22DAFD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6CBD641-1A71-8BFF-6263-35BF671F46F9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00DC9DF-D328-03DD-D1F2-0BA8EB12D416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C7AE59F-6223-27BC-BB7B-C8904685369F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0F12D089-7B65-15EA-4294-6D09435FDCB6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AA4E115-FA78-9E8E-40DB-25B7D01676CF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77060CA-BB73-6EAA-02D1-B0CB8E98D7B9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7BFA6CD-050B-4259-08D3-C8994EF820A9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4048B1E-636B-DD3E-DC69-EF6800772C64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BCA4BAF-519B-E649-E261-0F4DB3706D65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607662B-1A63-B2C1-29DF-8A04FDD72416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0EB3EECA-5B44-C129-36FB-E152D42322C5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32B9364-8C69-8A2A-8357-664294CC9F75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81808EBB-F438-B4FD-7590-456396E68104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EE867C1-493C-8DB3-7743-DE9AECD89D0D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77D154A-D58D-500D-7542-B10B0A3EE3FC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D0A59764-8866-055E-9D12-19872B167EE9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5AC05EF-6C08-19DF-8E98-E6295213728E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2404AAF-0F3E-E18C-FEFF-DAD6E992EA3A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8F1089C-AE3C-AAC6-B4B2-DAC3A8E2926A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256C92FE-EAD2-03C2-C740-B85D019AB50F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7EF05C9-9BD1-04BE-850B-C5B5B74097A6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6A62DE7-1A46-27B1-9AA8-71E092FA2783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1E52368-7CDC-2A01-DD65-FB37D53F0EE7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A0793553-F0B9-39B2-C625-B574EA7DAB8E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6A161FC-FF54-C5C8-83D8-A4D8AB8B2795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4202273-44A7-C93C-2591-0EAB21261B40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D87E912-3C06-A4E1-F013-FD2D3C9FE158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D1CFCD7-3913-9B51-31F2-8D1441AA306F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6C90D061-33CD-306B-C938-9BDC90DCDED2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00EACB03-9D5B-57B1-BE2A-FC81424268F0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F359337-0974-46C9-2371-834B95A33F8E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25D2451-F3E5-E783-7A47-8BE3CE1C6C65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8DD3067-488C-6BD6-827C-61D04124F7CC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BB1DD27-5B0A-D315-43C2-B852FDC352CF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845EFAD-3E16-BB4F-556B-224D41410CC1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1D7F143-C795-E235-CF37-BC362A7CB785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8BEAD582-2399-F65B-85F7-B3FE55485859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D1F4239-CAB6-C3EC-C61E-AAB27C7942EE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FEAEDD5-1C92-AF97-9A01-7DE9C15466EF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F900E6DD-024E-2143-7DF1-790ADA074CA7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D0B0EA9-F239-15C5-E4C4-465C4A118518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86EFC4F-91AF-2126-ACFE-3FCC83CD6767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C489A915-5D20-1A8B-07DF-727F1B872C1F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541172A-0D44-F951-D15C-B01B349A59A9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FD14ED8-7AD9-4726-4768-5ADDAA487902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D3441A0-5B98-CD20-32E7-538FE86D8900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2642F355-7EE5-917E-157A-E7442A0CB9C6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126810FD-69A4-9C25-8F87-C76C561458F1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D42C03FC-B394-B116-A804-8EC193386219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BACD8619-5F7B-BD51-5F92-5010BD2730FB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07110E5-746A-CBFD-72A5-A878C39C04CA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2670296-A568-015D-065A-EC54B7EDC8FD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838849F-5AC4-ED02-A473-51D6D4DF8EA7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602C5CDA-4FEA-3798-C99F-C740519AD2C8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C11F24DE-BEC5-68F0-4CE1-D9855388A234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974C5276-F8B8-648E-5026-1BA1513A9393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52DFDA85-FA63-8B1A-4E36-575D70A971F3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D02CEBC-B7D1-D88B-49F3-22D2B8F3B94C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FFB6B153-310D-CFA8-FCBF-BB246ADB1430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0E49155B-17E6-286A-7DE3-D9BD1DB54C01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02660D9-A73B-07E4-E5E3-EE7A08D2C0AE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15DA06A0-07A8-D6E8-2527-FD98A8CE6623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765DB8C-1E94-C92A-A4BE-1FB7818ED530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2047E4C1-1739-5C2F-A667-F064A131D49F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59217FC6-D2C8-45A4-07CB-7C519A0A8F1A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F834EC26-262F-9853-C289-22407ED9D199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E45C4838-5B6D-BB2E-F2AD-DBC672206D00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B398D91-074A-C686-ED79-AC1F708AD339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37213F35-5289-CE4B-9472-55A4D0B6BDE2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4425FA3-F30F-FAB2-29BD-C6D61BB99D56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D9D01403-453B-4234-02A2-FFFDF33A6927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6B2D6836-B845-D4FF-EC8A-65843F381D51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D26815F-F174-6FC4-C268-46FB5B3525DD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C379BE49-516C-FDAD-D368-7EE582120572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A0497C27-5E39-14F2-A21F-50F7063CE1CE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0055DBDC-9889-2250-3ABC-26E1EEBA5761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758B6F7-7EA2-3CC7-FB6C-08DCF0A48B6A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83F871FA-649B-8AC6-EFB7-F2EFFAB8DBAA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8552EA64-E63E-1DAF-F6D6-531A413B4030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FF26DC2-DD71-F1AB-6AAF-DFFB62F99011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F5759DF3-B7D0-F7FC-FA90-C011387F9B4D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9997D1C-CC3B-D379-F2FD-4285E8974F6A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C6903A93-C3CD-F69A-0A26-45E7BD1461E9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D7C418F0-D063-779A-986B-C59D072E4FB5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DD472CBA-5C35-B2D3-6F80-6206AD28193B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16DCA94-DD99-7088-35D6-FAADF50FF149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D39F71E-6185-3656-8786-2C1E2B147BDC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F96100A-438C-26F6-B65E-245C924366E4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469F82F6-5CAB-084B-9AA6-523BC4F37ED7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65C789C2-A500-5B5F-9C47-94858F009E9E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5A5CE474-9A44-2935-566A-16B9E1F1934B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E6AF1FC5-5174-FDD1-DEF3-70BFF459DBC4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99CC94E8-B7C3-3316-377A-8E548F1839B4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AE6BAC7A-CA3C-AB5F-F667-26733509722D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A02EB503-8D67-8479-6CE1-C3DC8AB62136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E3571C8-21C4-EA82-A3C2-67CF123C2162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AD863501-C27D-D5F5-1F48-9B97258B97F6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656DE9E9-59FA-7ABC-4552-5C9FAAFFCD87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E1561D69-E550-3028-0658-27307069991E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A3C4B641-A17F-FCB2-8CB6-8C3DC6E5DBEE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9B8132B-44CE-CCF8-5EEA-45270BBCDAEE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650E9C6D-02A4-C7C3-BC35-2554B1EBF7F8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AF2DE48D-C2FB-C32A-C383-D27FB63483AF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58BB3F1-92B6-87EC-F205-1A5569132720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171CDADA-146D-90B8-9503-EBD2A5D13A3A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9B79DDE-CCB5-AAF0-60D7-8CD98BAE757C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46E399C8-56C4-B83D-31AA-BA7D956C37FE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583FC51E-BE87-2ECA-4F64-BB1C5B2C1BD3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76B2C675-0B1C-6CF6-23D7-1BF7FEBE6D6A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F2CBB89C-801D-C1E7-A7CF-FB64458120CC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DA84F809-C5C8-B717-C48D-D40C188884F7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5889CF7-461B-F2E9-36D3-375EB498F892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A9F356A-E446-337C-C862-0BB373C1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5D4CB75-B3BA-F195-5391-DCCABBFDD7D8}"/>
              </a:ext>
            </a:extLst>
          </p:cNvPr>
          <p:cNvSpPr/>
          <p:nvPr/>
        </p:nvSpPr>
        <p:spPr>
          <a:xfrm>
            <a:off x="2032000" y="2711213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56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27B4-AEC2-3632-E8C1-22FBBFED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7683FD-5482-542E-C6D4-227A64C3D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98EB5-C72E-6E44-2531-479E4944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77AB6B3-6503-D518-8088-09C00DE3F839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604349-B737-1EAA-9E4E-CABB7F2D5253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0837E1-87F0-8112-B02B-8714C74CB6F3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47725-422F-8166-A623-00E88037C73B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27AD5-BA8C-E3C2-C314-29E5E7298A05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A03B2-72B8-6CD9-7480-461D274E21D9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A1C16A-9099-9D5A-C62E-19AF04109102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AA7BCF-CCAE-7FE1-EEEE-DAA5197E448B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E50F69-15B2-40E4-BD42-69DCAA13F364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F692A0-09EA-FB1C-A0CA-2988DEC6DE3C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7CEC8-C2E8-06C2-AE89-25218B04DF67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8F1411-A6D7-4F3A-8931-2C76F25890D1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152015-9D1A-90D7-FE52-5114DB29AEAB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D350B1-9F43-9F32-3D28-E388777F0371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3BBDE0-1994-039B-5F56-B518E3790E74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25D4F4-3B35-526A-7010-33A8F2CF7F1B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7E0EB2-DAE6-A86D-C066-EC7625FE8689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0936BD-4741-4600-236D-34FE2A7D63EC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DAAE36-01D1-69A1-DBB8-FEBE43C61B7E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A41956-B9C9-6C6B-84B3-73EE273079FA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4465A7-50CC-C3FE-C525-F5294A28DE75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A31D7D-7FCD-6794-1B40-B721F8621C02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F629D1-8355-C4B9-83F5-D8A4B4B338CE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C4A153-4758-7A6B-25FB-3A94B53BBAD4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7E8B0F-A18F-AE5C-7A10-CDE22407FA2C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DE1D530-B8CD-9A00-1E25-7025DBAF71FC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82F7733-B55F-07AE-9209-7B903FD36112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3DFB8F-5B80-BD1C-F88C-0510D45A1D4D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2BBDF29-385E-1A29-6A79-4EDFE3C35EF3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FC6A06-879B-B443-564A-57233F254F90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9419538-817A-12D7-218F-4E1AB7AE901A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FBEC858-E1AC-922C-3F72-9D67C397615E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27D9D2E-6AC7-DA04-F948-81D32985F264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69B4FE-EB2B-F129-3578-57F061EB6165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6AD1965-4DD3-650A-6F83-DBE83EE4131D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BD91532-BD11-BB38-05F5-F57FE0E797C0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F075455-312E-F07F-AD2B-1F806947B18E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A6AE53A-F04E-724D-A814-7E34EFB0D779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118A3C0-008D-0E0A-A78A-61744CA5057C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1188946-7ACB-0D79-B74E-54F982C93D9A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F8F0B2A-B09E-1AB3-6D87-2C22D5FF3D20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4110C19-DA36-F79B-6512-9245933CF090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7C91FB-2195-BAAC-4CE8-BBA51693EA36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B77148A-10F0-E7B9-F03F-140CC8A96322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D241FC0-CA0B-E92E-CA06-B021C94AB358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1518AE5-E15C-565C-E327-5C32B191FC09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7430E27-0C9B-BC48-FFD2-F46DA22A924C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7AA6256-8C2A-C322-DDBA-4416F0B3E0E9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65DC078-ED2E-F0EC-C562-8C7973770551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B3BA990-A02F-4759-24BA-EEB3F518B506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9FCB1FE-7B39-296A-8CB8-9C8D5E69ACBF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2FF30DD-97DB-7587-CEFA-73D1335CBF95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8E9942-DFC7-08DB-FAAB-4BE0D38B8179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2454B3B-1D6A-325F-1BFC-934787B25BC4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4F536B5-BC42-6913-0558-C2882C4E3448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88425E0-014B-41FF-3081-D259F8480725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1E56DFE-B848-1E9B-0979-EFB54C8EE13B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D822BE7-1C39-41C4-AE1B-0983911A164D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4A6F7B9-9051-AE76-E766-B78B5FB841EB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EAF5CB7-25C1-326E-10D6-E7C12952D136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6EA820-D2DB-738E-DF68-DD7A737C840F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6F90A6-6094-439E-7EDD-E216F0629C21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A79D0A1-28D5-F184-3FA0-269C9D6B1107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A73FEE7-0E32-E112-D7DB-ED37F93DF95D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2C42CC6-ED6B-4ABF-05D5-35A2828966CC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3FE272D-03FF-F4AA-D5DE-04B742AA1645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61ADF29-50E9-8448-0840-75CE1B2E1236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0502C4E-CDEB-9378-2FC2-C20C6832AF39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EEE0421-B3D5-73F5-3D22-EF1EDCC37AA1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5943430-48E6-906E-F3D5-C00FF0F7F747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6A9A9F5-465B-2FFC-8F16-798FD1C67CED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B98A14-9487-E4CB-20A4-93200E0513E9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3204958-0DD6-69CD-4514-8DED7F8D781F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D64D0AD-608E-AAFC-981C-547661EC63AD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696283C-E53E-2EDD-4A09-EF2A8DEEA6EB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2CFA537-F7AB-A320-A620-F3EEAFDAFB66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5F8FAD8-A881-FF0D-6D60-288CE1CA6D8E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E8FADD7-7F10-672F-A488-44BE90BDADF7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1A41106-8E11-DF86-B72C-F857C0EBCAA5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70735DB-56CE-06A4-9600-3AF75948E8A1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7002930-818A-EE6A-1A74-BD0B88D95669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52D73A5-01F8-B279-19B6-6851EE5FA316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896B06F-4E86-2601-0C3B-28B85120B728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B24879C-21BE-5DE0-8F80-2F233722224D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48ACD31-70E6-24B9-6507-5DE810743EC4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F998B5F-0658-700E-5B9E-15B423B3FE3D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70A6BB3-D06C-9CE4-83B8-C87E36D109D3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B09BC3F-9E94-7DE4-1D3E-5F2F6422A748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A5B4AAE-47FA-CAAB-7B7A-29C11F11EB4E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5B1005C-28BB-94DE-7429-AC79ADD01172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39E0C16-67AE-4D4C-A4A0-29210671E13C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5EE5FF1-25E8-BBDE-4362-FA162CC62DDF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7662DCE-7B45-2A80-64B0-144928704066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458B5A5-3664-6E7E-0A26-CBB3162A55C9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C327A9F-1499-CAEA-4A8E-8F01B419ABAC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42355EA-BA37-644C-1A87-83ED2914A0C9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80072DA-C0B5-ED54-46BC-22E85C03D2F8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79A3CA6-CCCD-3466-D7E5-B4DB3B0BDCC8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F5F2302-02E7-608E-C66B-DD34C7F56C64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01ECE3-9A61-6D2B-0D7B-AE5EEDCF2F60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89B45D4-0E59-22A8-E003-2A84A11F3E26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B135CD0-AF73-718A-6C57-2392EB54CDBB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ADC29A1-8CFB-55C3-02A2-9985FB4E48C2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3BAAD7C-BF57-D137-C2A3-17C61554A89E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6124E23-3AE6-BAB7-FDBA-AEAF02FA5EA9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9542B81-AAD7-1C5E-90EE-C49CC7F44F43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FBC2C7C-0A5F-EF2F-73A1-02B53385511D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C3A4902-0511-A858-95F0-422429E18C90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77FFDE7-9FB1-F853-7075-412E02AE2E8D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2CF64D1-C9D2-773D-F2D7-C67E5E56467C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2927B84-90E5-FA82-6CF6-7946962C49FC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D9CF6AE-6EF7-6BE6-4BA4-60C58675C8B6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5DEF56D-7F8D-26DE-7B26-5C9E97C30CDA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BA99E40-4A38-DF33-EFBA-CAFEE5A87201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8CAC467-8112-AB8E-FC58-D9D0E963BEE8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201AD38-0177-938E-9AAE-8FFF46A2B457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EB69BAC-AFC5-3DDB-A1D4-B7BCFDBC7FB1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D56DEF-DE32-7D24-0E58-7C68568B9791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75D73B4-B559-6A78-DD8C-A58BA4AA4F2A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192115B-F081-F1B0-40F5-01284E4A1A17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8A56D0D-7911-29B4-7819-7143B68F576D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2157D32-5CF7-FEC0-D6E6-5F28257291E8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1A56449-CC97-838B-496A-9E27E4637B4F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18B7977-0F43-E1B3-EEAB-CD28A63316F1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CC4642C-7256-9107-F952-BD5BF423AB3A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8C3D3E49-74C1-D1C2-D6FB-AA22B22EF267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766B973-CEF3-2734-5EB0-3951115E43CE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9D40CC1-5B63-C899-B369-11E8B4CFA62C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EB28584-FA2C-55B0-AD86-89E80E80D522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8798D54-53AD-ACC5-F178-EE467948A8FD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D20D01B-4FF1-C14B-1E28-13E42ABAB6A0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E31B7F4-694D-50EC-B097-40E92B45FCB5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F7388F7D-DD95-4348-8E76-24E8B3783E0B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C984AA73-FFB6-1C98-829B-1347D90F1DC2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92C9FF4-D8DD-559E-E83A-9DF6B8F8A9CF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24052AA-CE9B-74F1-783F-C36D39068A0E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4019C05-B0B0-CEF9-8974-05F4E3DA9045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3D20081-5DB8-0301-D880-AF9524B311D1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0CE8DDDF-77DD-C449-1694-368ECC7BB090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11DF1163-F6D1-3195-88C6-91FC85D614D8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40FB4F5-C1D1-0CB4-E5E1-CA16217B1A46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4E9EF58B-6582-F2DB-35A8-1DD075DF73EE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E1A4974-9866-D2E4-B2EA-BBCBFBB0539C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F6EB566-9413-6F2C-E8E2-84ACB5DFA12A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1304AEC2-891F-EF53-C14D-96BBA0627E81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556A435-4FA9-E854-E8F7-848230E06B46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147C323-4ACB-AB71-2799-335001E650A8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8B7F0B97-71D3-18A4-91FA-6410C0A81763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17012FE-D8E0-4306-9FA5-40CCBAE602EE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1A38969-30E4-A751-2637-93FF974EB6BD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8BDA440-FE03-3E13-1987-A8C75C0334E4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49CE838F-33B0-79FF-06BD-DF6A252CE363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67E5123-94C3-61B9-C1AA-989D5407F118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829B987F-6290-1578-8A37-79DB6B72144C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307869A-8BB0-78D4-0234-4B2D759F3BDC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A4D3EA4D-DFA6-9A02-94F0-CC195B68630C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861BFBFC-7804-878F-0E6B-BFCAEF337BDD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3EB9EEF-6040-73EE-5485-0ABF9FD40193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212003F3-A243-50AD-CE5F-CAB7F47AA246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5B271703-4E4B-956F-06B5-B96E208FC2BC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8A5577BE-DCC4-99EF-E074-FC0DBA622402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43E2661-51EB-19B4-5D76-96F348EAC1C0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3296DFA8-1D3C-A07F-20BF-2F366031731E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1903C38B-E415-FC26-F97C-A1251376B652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C25895BE-3D2E-220D-A520-DD1908C70B59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FBD4976-2131-C7AC-B08F-10324EFE89DD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B20EC133-0EAF-1E0A-5489-7F6E8B8E64FA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653A02E7-E15A-0C8D-E6CC-8300B7D7581D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A56233A-17DE-5608-A701-18978F13AC46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043E14B5-6A89-A6AC-BC99-44DC83199441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0ADF6A6E-52A4-3289-01C7-C32042BF7ADA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17C6A76D-81EE-D305-9687-08D7C4EF33D4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8D0BA2C-98A2-B4CD-6536-7FB51658DB09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F1D1F74C-C817-EFA3-9998-12916D7FF413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FC94F48-224F-9007-94F2-42DCAEC53070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75057833-F30C-8E37-1790-503C07A3D852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F82BD83-3F1F-883D-5750-0712B52759B6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9926C9F-5659-0AB5-B76C-AD3DA539BF1E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27CFA2BA-6397-330B-42DF-7993B7D8C091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42E88FD5-342D-D5AB-1323-9A25D36C15C6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FE6D0859-DD63-EE8B-3248-B42468F29425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C541309C-2957-E6EC-D8B8-07B8E8997EEF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758FDFF3-271D-E17F-D178-C0CBD282CF4D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419B37B1-68CB-435E-35D8-D9E944B05DE6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D204D703-6690-7FBC-B531-2546C0D36BE5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5B300469-1FEE-5073-C8E2-73316AC69440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4A12A66B-CC14-B513-4380-16565ED88FA0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00573969-77DF-E50B-42A1-F882E6CB40ED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7577A87-35C5-C7DF-FC06-AAE8D91804B1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BB117FBE-B835-278E-20AD-9ADC03250DE1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BA67D008-2E05-DE4B-A8A0-BE55D91BF0A8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2410FD2-5DC9-3339-13F1-42A65FD3281A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119D2647-2615-DAEC-C832-E037532728CB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BEB2B207-0734-1325-9A8F-0F9504CB8DB4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6399A759-C255-5AE8-9922-94ACFEFC6652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805EFCC6-EA1E-7B6B-93D2-A1217163AC41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98459286-6455-5910-0D73-1CAB55292A1A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CA840C90-6FDB-5F61-8830-955D54D6605A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1365ED24-3E5F-35D8-0C8C-7472F815B84B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1D210BED-E691-1E5F-3271-BC94DB7CE01A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6ED23565-AB10-3484-CCB4-88342C16ED71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B1B03E0-EB69-249B-8836-0E4848E9BD8A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A9D0DB9C-2A3B-C69C-1F1D-11827F2A894F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AD486341-061C-F3FE-8971-7536324A594D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FE499B54-87C7-FC9F-0286-F7BF00F248D8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7B2B8507-5798-0374-688D-54C70E634F40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F145563C-60E5-EC90-EC78-55EABF8CA136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1B1B92E6-6AB9-3C8C-1D0C-A14C7CDD2E46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D484316-2BA1-4ABE-3767-A93AB1E794EC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69A23E3-0094-EDE9-69A3-5DA856DE408E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6AEA48D0-48AB-A6C0-D581-D88FA843EF90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1327C06F-76C5-A6BD-526E-D153EBCDA240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43121B67-F171-C977-7A6E-0B47EA12F385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7D54640-26CF-EF58-06BD-81A7D10E476C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B255C5C4-A70E-DCC2-FDC4-B10673CA6290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F59F251D-46FC-B796-1529-5D10BF3AD431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17C0DB95-21E9-058B-78AD-3A57C99CABE0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654BBFB9-5CD2-9268-3FF5-E94BA56A22CE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98F96D36-9861-5E51-66A5-ADDE995CE14C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6ECFE67-6BA5-DD0B-8BF8-345ADAB3F7BA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737CB319-8636-4986-7DB2-0F5EAEB26201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D33B57D-E6CA-47D3-5A35-B912773D7009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21053BD6-FF76-9A31-61D8-E925823B8E34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5F62DBDE-DDA9-82A1-F09B-1E9D43469D48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3600892-EEA7-3F8D-2191-F6BA0FCA6492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91828C1-05B0-D482-D9C6-D3BAC749C596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EFBE1A17-330D-60C8-98FE-004B685C4900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6EE0D3DD-C1DB-4F6D-E886-A6E2A46A11BA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149EEA34-1C90-2CBD-7ADF-F5435620A6BE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0D73BE90-6FAF-7FC9-2EE4-B1680B44E501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EEB6DD71-DA4D-0A3B-DC1D-5D226D938F4E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78774A5-147F-6CE2-0CA9-361BF5392EF0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8E8F113E-CC7C-9020-282C-99F6683D14AB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4552294-3DBE-F037-D784-4B3B219C0E1E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352AF44B-2345-1126-F86E-525573D5C069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F0B39A5-2A8D-5A5C-0D40-F3B2A4EF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55CF745-3A06-B631-9DFA-A707F79DE400}"/>
              </a:ext>
            </a:extLst>
          </p:cNvPr>
          <p:cNvSpPr/>
          <p:nvPr/>
        </p:nvSpPr>
        <p:spPr>
          <a:xfrm>
            <a:off x="2032000" y="2711213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B73C0F-910C-21BC-50C9-E1B04A8BE71E}"/>
              </a:ext>
            </a:extLst>
          </p:cNvPr>
          <p:cNvSpPr/>
          <p:nvPr/>
        </p:nvSpPr>
        <p:spPr>
          <a:xfrm>
            <a:off x="2857500" y="2851662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2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4D0C-5DBB-86EF-AEBF-4962C692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E643508-45C9-F638-326B-8393DBBC2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E3400-1BFC-AA94-6C34-E68A9C60D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D761F82-F295-2353-7525-B8FA76621B53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C8CC6-665F-A3EB-2B76-E6AB41BD4BEB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31278-2EEB-8881-B208-951E1231CDBD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BC908F-CA7A-D8D2-462D-8B5B387D0B03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28E942-F342-26D4-846A-B120BF8DF400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15DAC4-9E80-398F-B8BF-D33103E54AFF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D1F28F-582C-476B-D3D2-85A2CA843B14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4F91E6-3ED9-5E45-8C82-18018542F645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397DD-F94F-36DF-222E-086AECD8263F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36CCD1-F3BA-4623-A2D1-891207331026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0847A0-5835-B34A-4CA6-B8D8B029EF83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BB1C5F-F831-1249-368C-438930CE26BC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E7A7FE-3B11-4E67-C3E4-35AA1D51323E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BD077E-AA0B-9D29-66C9-1E0D8F2C7646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B473DB-1EC0-15E9-1A7A-C3F9440DA222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7C3FB7-358C-E06C-8E60-66F7D2066484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392F3C-CCED-FD0A-2E91-B7E1A3BF0DF6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811107-9853-E07F-FADF-00E274E105A2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D4DB7A-908A-9B2F-FB26-B86D43E9476A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DBBF9D-587E-BE9F-CA9F-F4E853F00340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75632B-454E-A2D0-4564-CA49641F184D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95E280-9B74-8F99-9AA1-5C7316962F58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56C17A-20C9-2C22-ECB0-C62626163682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24051E-1BC7-4544-BDDB-5744057F8490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FD36D8-F698-B10E-177B-B198A7A335B1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A699F1B-BA43-BF1A-1295-52FFB3A0A631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452620A-FF90-20C5-A3C2-A5CB3BB9DFAF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8EB8740-F736-8016-0A4C-5A4306C5FB21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1194A26-392B-7196-960C-456C77771C29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9BAED66-65AF-D9D2-E237-56DBC1F46320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940D7CB-5872-0D4F-8B89-17981207977C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DA448D-12FD-11BD-7C4A-5C02DA5A746D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D1247FD-8E5B-DD36-2E27-522566E8F1F3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7DCAF6-BB5E-C6C6-6D7F-BA4745CB46D2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BB808C6-5CF7-1C00-E451-6E0041A2D7FD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F38F7C3-6825-2951-FF25-658C43F21FBD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C19349C-B6B8-F0EB-85A3-5EA568D996EF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B08173-F5CF-B76E-3FE4-81EC656CC349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6CE6345-33A8-AA89-B58B-EEA0BB82F75D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CBBC7BF-3DF5-ED28-2B18-A0B3F490D711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CDEFAFE-071B-CD6D-5AB6-12C5C96E1981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D11197-8366-C7A7-433F-DB7C92CB38B2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A8D999F-DACF-65BF-61A6-37F486AA9D65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B8050-8107-BE3D-1273-A12C8957E1FA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F25687-4DA7-24BD-27F6-B368D908E78B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E70051C-AAA2-573F-6360-B7ADBDDCCF85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ED8AABA-A190-1F1D-4C93-87ABEBD3F223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FD43E02-3EBC-EF75-B70C-BC917EEC5792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558CA92-1F40-B364-B891-69740ED85DBE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F68B012-B30E-591B-894F-FDB5D0A8D1D0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8DD32EF-B45D-8F26-0400-A709676C8A23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EE9A14-44E5-CD5E-6A00-55178FD6DB39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3F1C81-D836-D47F-DBA0-B4439F4CD94A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C7BF84E-D05C-2866-D5AB-3E2485D3EEBF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1DE6B8C-6D89-9E70-0A70-C99CB53D0EA3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85D2050-8938-E0B6-F3A0-AADE19FE7CDD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B8FCDF4-10E4-EE22-6541-0C77C88ACADD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87E593F-9CE7-BA03-2838-2DE8FCDE56F3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FEAA68E-010F-FC9A-D4AD-A52B374737BA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A2F8D5-B62A-2AC4-1F23-C41827D7849B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357BBB2-E479-4684-6862-04F7D72E0CA8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F597476-8404-01AC-C2CB-272D6B1FC0CD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5283BA0-3C40-DADB-4E99-D6F8D9872312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4060620-EF4C-4C3D-B876-E830483E55F3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F77E44D-274F-202D-9719-08D8029F060D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5287FAA-C6F8-BB2D-3E9D-D4E0ADC11363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34DCD67-E9F7-F3EC-A87A-897CEFF8EFC9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E7CE2FD-0536-A8CB-1127-E8ED0251B6FD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F24A770-3B9B-8B4A-BBC6-CCC3C0F36D6F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E7A39C7-2CA2-9F37-2AB1-15EC24E0ADC2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2DEFD56-377B-E55A-921B-55698A620030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50EE763-9685-8CEB-6A36-7C9D714CDAA0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21514EF-DEC9-FA2E-6901-E0CF3501B50F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B1982C3-8F7B-CC62-7BE1-08F9F0F5E7E4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7DECF3A-49AA-A1FD-837A-FEA4CF20FBB9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DC80C73-6DF2-A576-B8B5-8C7372D4FB12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29C2C52-77C1-B354-2F2D-5D1E9BB04482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6F17B05-345B-0AB0-021C-31F4405905F1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5449051-6C54-02BC-1C7D-5327B9DF6576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90A67C2-993B-C540-9B55-32FE66D1BEB2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712F945-E3DD-BFE8-F746-5D651E6F87AC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1FB4862-6D6C-4BA3-CCA8-2103AD36C099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36991AB-C5F1-4FD5-A49E-4F284FB817C2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891D40D-44ED-D4E9-746D-CAA24620B35E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1353262-CEA8-0F91-6001-579DFFBC1750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3F78254-CC48-696D-1884-CB4AB9299E8E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6337966-FE48-7CDA-C862-8441DEE5D43B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B10DDA0-7C92-AA7C-EA87-4F88A1EA3E52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ACE2481-05C9-4CF5-0820-8F196304C131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19162F7-8703-EC5D-D7DE-97C25C6BBD02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607C66C-5A0D-3B10-0B30-8B081B72AB4A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50EDF5B-6C0E-BEA2-69A6-226B875B6BF6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EF21D09-FCAF-E490-9B7D-3221904D62BA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EE8830D-1E2C-06F7-7DEC-EB03791F8FE0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1F75CCC-20E3-B684-F079-BCDB934FC8E4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9821E24-F279-01F4-52D2-7AE0377CB00E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1483FF8-DB46-E585-398B-A107ABF55DCB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C887C8F-639D-7DFC-F9D1-0F7C74F40F40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A4AC984-E829-7548-AE3D-7A5E8347BAFE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ED163EA-4CD9-7E7B-A488-719DB56713D2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33BF8DE-8CCC-B2AF-472E-1D383FF9CD67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C1A1B7E-EE1D-8965-8B85-E9A4E57AA170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C0A7546-89C1-E0A8-BA5E-D0666C5B9E7C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BA58910-104A-89BA-CAAD-9EF86D8C9152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136F79C-A494-A237-D7DA-83459F122F71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0F50FE3-71EF-FA2B-4BD2-BF48CBEB0FCB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EC2A376-520A-A040-97DD-56A09BDE36AC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970E241-E979-57F0-3E84-720E9CF0EF72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549D380-0270-9AB3-2F8D-347BB2AFDADC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F80DAAE-3FDA-4DA7-D99F-096F767E4DA0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8159C25-F0A5-E1E9-DE9C-E61E3474CC58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1C3EA62-24A7-A7F7-716A-8ED3AB3ABA20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28936B8-0CA9-583C-ACF7-ABB8896ABD58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CE803E7-1F25-110A-DD9C-00A9126E0755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D5C4FD0-CE0E-9123-7F4A-F2ED84C67246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9785BE4-AE8C-743A-71AD-4B216D2DFB42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712DE6E-A2D7-8B92-714A-3F9C2B72CEAF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894A36E-D049-2657-4288-12EAB3237B2A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B45CE84-F337-8558-9E21-8B3D95A74933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6AFAD15-344D-7A4B-C8F6-565EF1B4849E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16E9895-D8F9-451A-8332-15763E2A73F5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E1B9073-D97D-B7B6-1F4C-C3A049FE7383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587F724-2724-3334-6B53-D89FCE499BD8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9EE6334-7478-705F-C99F-9CDECB0FB779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5C37A9-BB23-290D-A644-71A3FDFE7651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9AD1D857-A5B8-B091-E20C-9AA436B671E0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7893D52-8788-5D6F-87DE-B2742E09993D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269CB78-AE22-F402-1640-A498A1AD2D19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8B940D2-A0C9-931C-F3F2-EA37F45223DD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D717CDE-A693-D96F-D19C-5442D22C428D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C6800D7-BC94-364D-A553-D563E5AB3B24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704E465-62DA-8C5F-0C9F-B332FBFBDE55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36839CF-8FBE-6D24-0033-3E24C6E23586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18812A7-E565-CEAC-413B-517B4C915C63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DFD4F87-4FF4-345D-DD89-7E228D726457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FDE35E8-57B1-131E-EFFD-6DFE5171683F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9B9E7C2B-657B-4BCA-7DDF-48DD3AEFE186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629394E-3D9E-8C91-72EA-4C8DC707BB29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3CB800FA-6B66-3FEB-14B5-4D99C21C007B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80A8B93-D46F-995B-099F-03EC6B03BFE9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DE92258-0E98-65C7-599E-E18655846143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FE35067-0578-78BB-7607-CF8D6EE38CDC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9D821BF-3BE3-47A7-6DF9-985BCFA4275A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1FC95918-04C5-C1F4-ECAC-7BD83EEB4B70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60F9439-678D-0528-75C6-0E09094A8B34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198CA8A-D0A2-6FF8-CF7D-1C45C190DB39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B01FA90-AC56-F807-81A3-1D47077A480C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E86040BF-F12A-4B9C-2038-CA6CC072A550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917D44B-0C9B-F27B-D306-10E8BE5C79FA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DA9EE90-43AF-1627-55B2-2EB2982551FA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4D650C3-0A23-3E4D-F48F-848BE3A2AC1D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2FF3FF6-D586-B9C2-FA58-5D765924A78A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563CFB0C-B1D6-FF33-7E33-C6A473A6A021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69F5AF1-9482-5971-93B3-CAD97349FA5C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BBEA7F09-60DE-C521-BA47-E77FBEECD9CB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FAA2A81-4798-EDF5-2C15-9B98A1A43CAD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8CD06E2B-F4A9-E9A1-A118-279B5EC7A8FE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ABD38F5A-68F7-89C5-26DE-A021A699CE2E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D459C76B-7E67-4CCD-06AF-DBD283245482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FFB17A1B-7B5B-1265-9FA9-98B2C5E1E8DF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92EA592-FD01-1463-03C9-624D2EBD1194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579CEC2-5345-7812-5D31-8C29DF7D9E97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37B7CEB-F8E5-89D7-C0C7-6FC3E6EE322B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B1B6E03-6C10-5EF2-582D-4004C0762388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E39CE45-8518-BC77-C613-8DE1654DA16F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FA780F18-892F-019C-9F8F-58C5A28D5D5A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7FD7F3A-8D2E-59A9-E7E8-00383F4A4024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EA34A107-D3E7-9564-7982-97385B87529A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27D82436-D598-3CB5-9AFD-49BFD52B988A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E6B144D-3FAB-DB56-22CC-A3F7CFC729C5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0A1577F-2670-766A-750C-61C2A6CBAAD3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B071BA00-AF65-1078-D0FF-DB041DC26DA3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C88144A5-F958-E866-0562-608D684C5BBF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6471347B-4569-871B-FCA9-61094131655B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F4061B9A-83F3-5EE6-8202-C7580DF4E4A1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EC3DA6E4-B521-5609-64DC-A150F145A6CA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6EFBE02E-4F1C-0758-1D49-C2448CCE52CA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9DDB696-64E7-E8BA-C7F4-C5119F7880FC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98D704C-3668-8757-FCA0-B05C2B99831B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C6D4B41A-094F-B605-F680-6BC482E2496A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4086C96-916B-36E5-B3CE-666CA321AF6C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8C17AC60-5792-7AC9-F1E9-2C4032490A02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894AAB55-AD2C-7A73-40B9-763876DBFE54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182F863A-0DBC-323A-167E-A106990F8708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A5D81D61-3E64-7AE0-BE8B-05766B53D4E6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18F011BC-B14F-A482-3FC6-7E79B7717D8F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3835D63-94B3-8095-236D-5208BC6AA275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69469851-0D88-8D3F-EAC9-2EF8061F940E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60A88358-609C-FF05-9609-1C4EE0522A7C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FC4C0D4-A99B-3228-14C4-929E9B270625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8BD33A62-C60A-4F67-B696-41930E0E148E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03378438-428F-1959-8958-F38057C6EE91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2768E328-9F67-8DE5-2F4A-B2D125A3578D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3A33C4BE-15AB-0960-280E-9023EACD9055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10DE53E-8C23-F6D1-D8EF-F39B47B2F999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B2C40360-9D67-F9D1-A796-716465ABC5F7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6FEA43B1-2969-BF1B-70DA-886CF87B4F79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38EB3729-0B81-0A53-6FB6-FC773FFE9AE1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527589A6-2D98-9325-8A55-C6A20A6541E3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8B368711-F359-360A-D1AE-613D73C4666E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454A6D74-C65F-D080-FF2D-6D0E69FC6923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8EAFFDFD-674D-FF04-1D9F-788F25522CD5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87A9496C-552F-D875-ACBB-48A44138F392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510B4393-321C-895B-D749-E890B2478A66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0E69ED03-8CE1-3715-8DD1-6FE3C4AB6E4F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0B022897-A77A-0D93-20F8-0E7A0646A438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F274926-B868-0B7D-F181-93E579B8AE03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F737B0B4-14C2-DC21-FA23-3F55EC4908A1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1902546B-2C1D-D96E-2657-DCAEA085529F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E3C2892-105B-6DA0-6A79-614927982A0D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DF6C07F7-D3E9-F928-8485-1A1F49DBFBBD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C5B5AC5A-1A5B-89BA-9577-299EC2FA3A35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9BB79411-619A-A33F-83A7-FBF4881B74C1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40173D11-D48F-7162-E370-7AD133B27CFD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C496B69C-B416-B19A-8BD3-42E658BF01B2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F3053255-6B2E-0F93-1678-859C58AD639A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46746468-9340-C466-219E-1CBC12EF1593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84F3772C-AD27-1FB3-4694-666DDBE851F4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F791F178-77AD-66F9-333F-13B73C114EFF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CD07A523-8A09-3D13-9A8C-5445D21481A2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AFB5A785-C9AD-184B-885D-D92FC69EE885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C17AA043-3AAA-6099-3A23-FB78BE497727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BF60BA74-3CBF-C2B6-1BE5-441A7B330F79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0B2383BC-A3F6-B6E3-A80A-3BB46DEB7754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65861D7-3208-9198-6ABA-4D8A53C31DAE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B368862C-95B4-C91F-DC29-C945465D881C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3E53824-422F-80EE-E4A2-B65560441D35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BD620CD8-B077-AA6C-9202-36872778EFD1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2BE6398D-8FCC-7C50-E062-C7ABC93715E7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43214FC-7555-0DBC-93EB-303C568F499B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F9F8E58E-20E3-B9BE-34B4-4934870514BA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B52D9D2A-D6EB-8411-918A-0D4E2F6DFDF3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C1884DAF-79C1-E9FA-2FB9-91AB1E0E4AFD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DCEC5420-C397-C631-E3EF-A38FF824D50C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AF5FD45-154B-DBB5-98EB-B120751EF594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56F3D22-C44F-9131-B8FA-C77E5BCE6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E1A15417-42B7-EF4E-2DDC-569802F1914F}"/>
              </a:ext>
            </a:extLst>
          </p:cNvPr>
          <p:cNvSpPr/>
          <p:nvPr/>
        </p:nvSpPr>
        <p:spPr>
          <a:xfrm>
            <a:off x="2032000" y="2711213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480BA6-0027-7361-3FE0-8A736071540C}"/>
              </a:ext>
            </a:extLst>
          </p:cNvPr>
          <p:cNvSpPr/>
          <p:nvPr/>
        </p:nvSpPr>
        <p:spPr>
          <a:xfrm>
            <a:off x="2857500" y="2851662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10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FF31-EE83-6053-9E4B-FD602E1A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7C6A8B-D1F2-9692-8885-395080FA1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FCDB5-BCBD-9F34-63FB-84E9FAE5E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B1CF7141-5A09-7CF2-758F-94A4B8A5F394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62602D-859C-1D88-490E-85249A8B211B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C08FEF-D33D-7BF7-1E93-0ABA7F0B299B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8A002-AEC7-BD45-178D-ECAAC782D91C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FD1AEB-E932-56C0-99C8-FE5459854951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B19C43-5962-1E0B-01BD-146A0F5F7F87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15D17D-BA67-41FD-23C3-AAC6EF199C70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05BA7D-B716-46DD-1EE6-D517461E49CA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E09B77-8EDE-C01E-963D-6475B8A3201D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699EAC-D86E-AE4E-5028-06052246DC1F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125D1A-2E08-60A2-0CD2-B834482F5396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1DA916-16D2-0712-8870-B7E91AA9A9ED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DB9E33-D18C-1F21-BF6E-386627749C34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AED78B-F88D-C078-1331-68D34F0A63E8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856764-04B7-4F92-6C34-1164C365CBBD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39C14F-4B51-11AD-5072-CB310DF61007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92663F-C54B-124E-A6FD-004CB9F52A9C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1E33D79-F827-49A4-B30A-D622E3E2D955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CFCC9F-F121-4B25-F24B-A0D477939A94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461AC0-3E14-EBBC-B58A-95AE713A0311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D12371-A6E7-725E-7A41-187646E98A8B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7E5F11-564B-CE41-769D-21EDE2F739C4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DC4C6F6-B1BA-9BA4-C708-C75B939FB6BF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E84CA79-378C-4FD1-A0CC-13D89A646480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03453D-C6E6-CDB1-1107-467224BCCE62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1F6BDF8-3E90-08FC-2E03-F806CC89F332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0BE838-A0CA-FD52-4F18-E8D4432FB2B1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976024-0E3B-A6CA-B7F3-F334E703888E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5498D1-22B1-D650-F513-359D32BE6EA5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24B50FB-9607-0EC0-9863-0325ECF2BC16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C2FDD5-EB81-F43A-FF2C-FA3C88408470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4F94569-4E29-579D-8140-CC2F38E34EB3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FF036B0-2139-253D-A54E-EFA0700147ED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83807D4-F53A-88DD-EE5B-90920859F41B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9DF5B9A-D2E7-7863-820F-B90FA77D0A7D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C6B94E1-CA56-50D2-D5F4-386BDCF59A05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448DA4-E55A-34BB-D578-780A42634F5B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168E3AE-3722-4B0C-0C10-34CBB1F1C52E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99991BC-26F3-149B-470C-2D18FD2169C7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F84C5B0-BD9F-977E-CB18-5C8D2844E39E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D5D4728-0034-42EC-CF31-2897A6657B39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53D82D9-858B-ED80-E3FC-8AC44439D8A3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03055A9-C287-1AB2-A961-7213CBF0A816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302225B-8A34-2F65-C9DE-DF007932EA27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C26BCF1-E1F3-49DA-C017-0F7BE52600FA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C463AA5-0FA6-4659-DAC1-CC66503625D9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02F9A78-0675-1B21-770C-89516F43918D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19C299A-6D36-4BD4-DFFC-4848E7B53649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BB5AA8A-D7D0-813E-C96D-D1A85396C989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8170411-71D4-D211-1194-DF58AEFA7C42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92E8719-8F5E-E74D-B22E-C0F0BC72F331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97155CE-C335-2AA7-5BE2-75F5574362B0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1CCC0EC-7B8F-DD28-9125-C62D0AE935EB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833A06E-2D76-6866-E18B-7464925B830D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3101A95-03B5-920C-BED8-03884D62C944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A376797-C2D8-D3EB-F51C-C5706833329A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8A1C658-F6ED-9DAB-8A9B-8FF0EBFCD57E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707AEE6-9D6B-E032-2ABC-9479BFA2D86C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1552174-2054-035E-1B72-84A565827EC2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1647A31-1113-E1F0-BCDA-8B12977DFA4E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62761B9-6926-70C0-2CEB-AA1A25D31E44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C9ECCA-56FA-F97D-2BB8-46550A7F3563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419AE2E-D7CD-FECF-260F-9F621164A7B3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27809C0-886C-BE46-A9D6-5AC3A5686827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E556A5A-25A3-3DDA-92B7-D6DBE5690E43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846F5E7-F320-026C-3BDE-84A67CFC7185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D220BC0-F0DA-A21B-AD5E-6B2220749A86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69B2695-482D-2DE8-FBB4-DC1A16EC87C3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080E31F-89DD-5AD8-8B46-A4E70168C4EE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ABE70CB-1BF2-9007-2D6D-E9D5B62B81CF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E9B2E05-B533-8C29-9E87-7A49BEC61FF2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7ADC331-793E-1806-FD2C-40B308625FC5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30A3754-4B62-48E9-4777-E54928F16B0F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5E5383F-6665-5E83-FC62-F458C191F94E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9ABA470-2F97-DBA1-3142-EDE7A12A3A08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6CAE557-537E-EAE2-998C-DA3B7D665984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D423EB6-94C9-95C8-1D6D-C4E5E941F365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7431386-BDD9-1306-2C9E-7EB0770D4DA3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5859A87-3260-4501-F4B2-103D8C2FBBC5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C23F71C-167E-C4D3-38C1-B332A695F5B9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C110721-04D3-72D4-1223-4FCB84CEEB1E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C2195E8-012E-3B24-F95F-357DFC60AF3B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9ABD92D-4C30-3E03-15C8-28F02C4C33F9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9B561FE-7077-CB86-2E51-9FC52C114F12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996D9C4-9BD4-D911-7207-95A61E081203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73DA190-22B8-CF89-200D-D24B357C6C1E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B3AAB7F-F76A-CA0C-4247-DB0969F5EA48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C46617A-48A0-3141-B851-EC2548D1CEDB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74AF548-DA94-4FC6-BADA-353E0FBE6C9C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A8F2BE5-20E2-7A30-AA31-84CF4C1AA9F6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F328F7F-0014-241C-C968-048A27FEC310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52CCEF4-1C09-A029-7788-BCB6414AD441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34E1536-C693-5F94-9E59-0ADB7D519348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D4F4DEE-64C7-60C3-4F34-211120496DF4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EDE3A8C-DE15-AB71-ED1D-6B5D14AB4A64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106D0EB-8807-F3DB-57D6-DA7B0C08EA83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C0A5AB-BC93-8CDE-7BB0-EE11155C9504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E6E0794-53E6-F95C-3242-2D50A075B4C0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FC713EF-E44E-948A-7117-62964872F9A6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58C6A1B-F37E-6627-98BB-4F86E93BD487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EB68384-73B6-E97A-0635-AAC6FCF1594F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FF74A0C-DA1F-AAA2-3A4E-E806C4938572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58CF0CF-3701-3FD2-08C6-8E00B5B74783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F9A926-8066-5BB4-DD77-A32CAD723E66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B5DF978-1D28-3EE2-3745-E053873C485B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FE5771-18A3-51CD-CB6E-A22C40BC97B3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2009B2D-D980-73B0-C49B-2A356032C625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A1E05CB-EBAE-4906-E6B2-0DD793355E5E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CC8520B-D310-3E44-6DB8-DBB2AE6F79DE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3FCBF8D-1CB3-88B2-95AF-0470146D9C2B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5AF71E8-DE12-DB09-F169-8E50D4236439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79E9BA6-D678-2ACC-7E01-6385F0456301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B0C5489-E775-55BA-62F3-FA8C0CD89847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729B02E-B489-CAD3-AC5C-6174A1ED3903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4FAD769-8C02-4D89-2DE1-88303E570EFF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38CB940-EF7E-EF1A-4D4C-2C78725BA236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3A2031E-0AF4-FD56-F44B-F7DF6F9C8948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0CA0F52-5217-5190-8997-4043D1E328D2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ED983FB-81A1-75E2-5A2B-92895CC6D3B3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9B7CDB6-23BD-8105-A8BD-D3BD3BD916D9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AD425B3-F7B1-16D1-EA1C-FC1E8B5554A8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241C2FB-E67A-7C6B-DAE6-EE816874EC56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5451247E-049B-3E58-DB56-8F52EEABD288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392F396-12C6-006C-32F7-6BAC9D0806BC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688F894-C669-02E6-3485-A4BAE6B1B20F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959B40C-2B09-6D05-A9A9-EF5885C3E3CA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82DCA50-0914-6CA9-BDDE-3253F8E62F62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E61A7CF1-31E2-813B-22AB-D61F68C71A68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52B9928-02CB-1060-9B52-701CDD091D16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8F040DD-2B0F-6CB3-A2AE-E66FFAB1C94B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3967F98-6B26-6E84-2FC7-2F3FDEAE59B9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C0789FF-5F92-2FB5-CB26-D5868AE5B502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E81739A-7BEA-5390-BB59-70D49BC73AFD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6BAEE51-9A8E-6EC2-7DC3-1AC6BABE3918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AEBBD19-0399-ED55-BB38-96E5AF00654A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4A426DC4-9621-8BC2-E99F-40BCD19B365B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4009695-64EE-FF5D-27B3-4D068EF433C7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1B190AE2-D385-7B68-1AAB-5A5F84E3CA02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F0A47FC-6B47-2BB0-4B35-05E1E47CD87C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F96AB5D-5D66-54F9-3FC0-53E7CE6862AB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D8E7D10-B7D9-4145-6803-2250981D8BBB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73E0C212-9929-A721-F88E-8A2D880E00B0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28833272-B3CA-B91A-B525-63BFB2872DC9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1D73B4D-E1C5-0CAD-CBE5-DA3FB7E556D1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7A8F5C62-9CD3-D8FF-21AB-039715080E1D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F783728-2D1D-4C49-35CF-3038651A8C0C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9218BDB-5B74-B259-FBD9-6DBED72178C6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E9A0E63-502A-9F08-3375-1222B752CAF3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4F33386D-3679-ECB4-097D-527975CE0728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46B4870-8636-2624-507E-817E5CBB61B3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3B81EFB-487B-A5F8-0067-AB1340418CC7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BBA35D1-3DDD-4870-6B91-E90A43CB8C3D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1D142EC-B58F-D4AF-80C2-D0C5BDFEACF3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959583F-440B-A61B-B5BB-E819A3CC0D54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7B20E22-3FA8-D9EB-CDFB-C2835AFFB18F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85A3F91-A7F1-EDE8-A801-06FEE05D5C5D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4E26D76-170A-4959-8CEE-4B0AF13E8B8C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1E7C6C4-448C-899E-FE26-D80A982D039C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E2952166-BC28-6D2B-62BC-B31883472D78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B4521012-275B-2F7A-03BF-5C4BEF376397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86524C89-D0E7-75AA-B88B-B01882F41BA6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2B3D7448-A379-8FD6-B2CB-38EF14B0E7BE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AAB160C-F5FB-90BE-1F9C-83482B694227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60797EC0-9B77-A465-8EC6-32D53A7859E1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2366F-B018-CD86-D370-63BA35BA967E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FEE28D7-5603-6A69-A674-7F30E413BFAA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D26ADB3-6222-AC5A-68CD-A1BB1CD18480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E6AD4DE-45D9-AEBF-836C-ADC8ABA1886D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E5BB832-3C74-8990-64E6-81762A0F5FAA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6B5D433-3844-DA94-40F0-0262E4375341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9EE7951F-4466-AFAF-D2D0-747499FBEAAA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FE10B49-65A9-F6D2-17CE-99C6C6727CED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273E62B-96D2-5C33-0E97-88C7862DC344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990AEB0D-FBD2-C9F9-1F66-9647A9E74AAD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EBFD9A09-BAF0-8080-BC2F-92039726C267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FE5D6F97-C22F-E3F1-A1B5-9628A78737B3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96CE71E-29D8-90B8-3187-B9A6368AD591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9E37F7D3-81B1-E9C0-6479-7BC3DF2D2164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C3F8112-9267-3078-9484-A260AD40855E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E244E2AA-9C34-99E9-73B6-B9B6ADA324DB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A4D57FE-1F1D-C660-BAE7-3C4175094DC5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B83419D6-6813-3DC6-DAEE-72A1E834B8E5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49A9B1E-CCB3-471D-AA5B-4A594E276CC3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7133D0D1-96B9-A89B-70C8-6471411C1752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1957CB40-39D8-D596-E115-87B08ACC1FD0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9BD6AAC9-2696-D253-B9A4-4498FD77AE56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69A924EA-97EB-AC27-3BDC-EFA205BEA7D3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DF3C9922-0FCB-96DF-AFC6-F09B82013B48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B54E989-004F-64DD-CCBA-98430E5F48AE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31EB5E94-97EC-4DF5-F3EA-1FB1E47C8A0F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045C6B09-4C37-7A0E-6DC7-5F427DB7FCB3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06E912C5-EB59-C055-F81E-C4D404A5F564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F0D67034-F88E-B1A7-E619-D2AE0AF0AA47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E2DF963C-99E4-3BED-4F66-E6D5343C213A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C90A7F37-9F89-5B90-F04E-3000D993526A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F14B933-6004-6089-0850-23B98609E311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2F1230D4-7637-C439-39E0-75E4E8AEE370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15D393D3-C4A2-DFDE-1083-1E39C570D308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97D5FF4B-6C8B-5194-D967-B540860480D8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E06A416-B97B-69E5-9DD9-73A4175EFE9F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38C8C9B-CBBE-9DEC-95C7-7211E6E71D28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63BE3558-E44A-14FB-ED94-7D5D74772030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EA78E952-5B11-2A1C-DF13-19A9B8DFA216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01E80CF0-492E-FAD8-3DA7-A9B68BC3F938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335ACFDB-3295-A83C-3A19-CCA029689ECC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0B092424-2ACE-F3FA-6107-FBA289F4E47A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E25FA34-1796-D8C6-195A-DE6DE1985B21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E1D598B4-9722-D239-85F6-CB65E280DB6B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658A7D3B-63F1-7FEB-10C7-6576DFC2894C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532017EF-2C94-D598-C7FE-7870793320FB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120288A6-FA27-AB56-2318-9203D43B1CDA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90A7AE10-8F1B-4F28-DEE6-BD0505234E3B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B6C8FBED-6F42-9F3C-550E-D3EE2E5F9776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99CB3349-77F4-9C65-DF3B-D375A68EA919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21477CCF-D4D8-8D6C-65E2-0DD73C394BC4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8644508A-447A-E459-BA30-E958B66D1ECF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3D28C37F-A72D-AC62-39AB-8636ABF43750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30AFE181-F5D0-F706-CD12-86AB7DFC60C5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7BF1053-7621-2C6E-5518-E9FE19844E7A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10E3E059-A35F-4AAF-6347-E6A735717EA5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587C8D8-7A2C-4CBA-FDC2-DF46CD16A450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2C18E06D-1981-7640-209E-79AEA991F962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564DEBEB-7423-05B8-5910-DE5F84A909FD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91D33C1B-CF39-F984-9FE2-D78A9CFE286C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64BFBB9B-B365-3E9C-21A1-32FB004DFF22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8B676243-D55C-2CCA-2BF9-FC2FAD8808C6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94E2DBC9-54E6-E7B8-E00F-0D2789E728EB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0F13BE33-705C-2B2D-C98D-0865CAC073C8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2CE2FE3A-A2E8-BC2F-7F56-96163FAC4643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10B5BD5-2DCB-717A-7035-AC0720FE406C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637106DE-8AAF-02EE-5D5F-BEAE9119D522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80C6E41-0084-73A0-A790-61E2785C2150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163EB2C-E34F-878D-347E-FABCCED56680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6580489-208C-3E75-D6DD-2E8384D71F65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20175D84-2078-B1C8-181D-B650D1ADD0BB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B770067-64BA-B619-181B-06708F0E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8F4C0CF7-204E-1D45-1822-BA0BA5F2CE01}"/>
              </a:ext>
            </a:extLst>
          </p:cNvPr>
          <p:cNvSpPr/>
          <p:nvPr/>
        </p:nvSpPr>
        <p:spPr>
          <a:xfrm>
            <a:off x="2032000" y="2711213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588C132-5C34-7B29-6547-A372149D6142}"/>
              </a:ext>
            </a:extLst>
          </p:cNvPr>
          <p:cNvSpPr/>
          <p:nvPr/>
        </p:nvSpPr>
        <p:spPr>
          <a:xfrm>
            <a:off x="2857500" y="2851662"/>
            <a:ext cx="673100" cy="667674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077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81E29-149B-2F1E-ECDA-8144F1BD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3FB98F-5807-882C-D264-7295304E2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F7D6F-99A5-A740-82AB-2C7F64E5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FPGA Architecture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0C418BE9-972B-2CF9-0F0A-087754FDAD57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0404B-1D95-8D07-5943-EE526B703662}"/>
              </a:ext>
            </a:extLst>
          </p:cNvPr>
          <p:cNvSpPr/>
          <p:nvPr/>
        </p:nvSpPr>
        <p:spPr>
          <a:xfrm>
            <a:off x="6165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0882E-D867-FA9A-9AB5-8962A51D8A9A}"/>
              </a:ext>
            </a:extLst>
          </p:cNvPr>
          <p:cNvSpPr/>
          <p:nvPr/>
        </p:nvSpPr>
        <p:spPr>
          <a:xfrm>
            <a:off x="8197215" y="1303974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C070BF-D9AE-E67C-2ACC-F5C77550EC27}"/>
              </a:ext>
            </a:extLst>
          </p:cNvPr>
          <p:cNvSpPr/>
          <p:nvPr/>
        </p:nvSpPr>
        <p:spPr>
          <a:xfrm>
            <a:off x="10229215" y="1303974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9076CD-B897-F3D6-E23E-DE947C953D91}"/>
              </a:ext>
            </a:extLst>
          </p:cNvPr>
          <p:cNvSpPr/>
          <p:nvPr/>
        </p:nvSpPr>
        <p:spPr>
          <a:xfrm>
            <a:off x="5149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42770C-6531-40A2-D881-09A9AD6CA417}"/>
              </a:ext>
            </a:extLst>
          </p:cNvPr>
          <p:cNvSpPr/>
          <p:nvPr/>
        </p:nvSpPr>
        <p:spPr>
          <a:xfrm>
            <a:off x="7181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346E66-7F8D-CE2B-FFDC-7C0497594B11}"/>
              </a:ext>
            </a:extLst>
          </p:cNvPr>
          <p:cNvSpPr/>
          <p:nvPr/>
        </p:nvSpPr>
        <p:spPr>
          <a:xfrm>
            <a:off x="9213215" y="1397551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A8FAB2-A563-ECBB-EC74-39689172311E}"/>
              </a:ext>
            </a:extLst>
          </p:cNvPr>
          <p:cNvSpPr/>
          <p:nvPr/>
        </p:nvSpPr>
        <p:spPr>
          <a:xfrm>
            <a:off x="6165215" y="2711213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8AA323-DFA3-D1A0-E665-E0C3A9543E73}"/>
              </a:ext>
            </a:extLst>
          </p:cNvPr>
          <p:cNvSpPr/>
          <p:nvPr/>
        </p:nvSpPr>
        <p:spPr>
          <a:xfrm>
            <a:off x="8197215" y="2711213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C41716-FB32-FCEB-2355-A1467034C97B}"/>
              </a:ext>
            </a:extLst>
          </p:cNvPr>
          <p:cNvSpPr/>
          <p:nvPr/>
        </p:nvSpPr>
        <p:spPr>
          <a:xfrm>
            <a:off x="10229215" y="2711213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48FE62-7106-76F1-7B5B-CA2AD86A32F8}"/>
              </a:ext>
            </a:extLst>
          </p:cNvPr>
          <p:cNvSpPr/>
          <p:nvPr/>
        </p:nvSpPr>
        <p:spPr>
          <a:xfrm>
            <a:off x="5149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31F733-144E-0166-A2C0-ACE4D7EF3BC7}"/>
              </a:ext>
            </a:extLst>
          </p:cNvPr>
          <p:cNvSpPr/>
          <p:nvPr/>
        </p:nvSpPr>
        <p:spPr>
          <a:xfrm>
            <a:off x="7181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F6B27B-220D-3936-5C49-62DDE3663536}"/>
              </a:ext>
            </a:extLst>
          </p:cNvPr>
          <p:cNvSpPr/>
          <p:nvPr/>
        </p:nvSpPr>
        <p:spPr>
          <a:xfrm>
            <a:off x="9213215" y="2804790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C2FC29-4EBB-264C-0EF1-36F9FEE60724}"/>
              </a:ext>
            </a:extLst>
          </p:cNvPr>
          <p:cNvSpPr/>
          <p:nvPr/>
        </p:nvSpPr>
        <p:spPr>
          <a:xfrm>
            <a:off x="6165215" y="4118452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AA5823-DD2B-441C-E149-C13D2AE3CA44}"/>
              </a:ext>
            </a:extLst>
          </p:cNvPr>
          <p:cNvSpPr/>
          <p:nvPr/>
        </p:nvSpPr>
        <p:spPr>
          <a:xfrm>
            <a:off x="8197215" y="4118452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FD466F-6566-BB1A-5D58-BD34C25E71CE}"/>
              </a:ext>
            </a:extLst>
          </p:cNvPr>
          <p:cNvSpPr/>
          <p:nvPr/>
        </p:nvSpPr>
        <p:spPr>
          <a:xfrm>
            <a:off x="10229215" y="4118452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103BF9-D7CF-BB86-0C7A-13FA6C8D6A76}"/>
              </a:ext>
            </a:extLst>
          </p:cNvPr>
          <p:cNvSpPr/>
          <p:nvPr/>
        </p:nvSpPr>
        <p:spPr>
          <a:xfrm>
            <a:off x="5149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35CA2E-EA85-9BA3-2C69-BE97F8A446C0}"/>
              </a:ext>
            </a:extLst>
          </p:cNvPr>
          <p:cNvSpPr/>
          <p:nvPr/>
        </p:nvSpPr>
        <p:spPr>
          <a:xfrm>
            <a:off x="7181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1DA9CB-1094-0FA9-14A7-AC9AE770638B}"/>
              </a:ext>
            </a:extLst>
          </p:cNvPr>
          <p:cNvSpPr/>
          <p:nvPr/>
        </p:nvSpPr>
        <p:spPr>
          <a:xfrm>
            <a:off x="9213215" y="4212029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1C2135-52AF-6E0B-E52F-D424D3065DD0}"/>
              </a:ext>
            </a:extLst>
          </p:cNvPr>
          <p:cNvSpPr/>
          <p:nvPr/>
        </p:nvSpPr>
        <p:spPr>
          <a:xfrm>
            <a:off x="6165215" y="5525691"/>
            <a:ext cx="673100" cy="9017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771472-0C28-EDA0-C828-CF695EFEDE8F}"/>
              </a:ext>
            </a:extLst>
          </p:cNvPr>
          <p:cNvSpPr/>
          <p:nvPr/>
        </p:nvSpPr>
        <p:spPr>
          <a:xfrm>
            <a:off x="8197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7947E5-E750-C048-4B34-A3FA8CACF2DE}"/>
              </a:ext>
            </a:extLst>
          </p:cNvPr>
          <p:cNvSpPr/>
          <p:nvPr/>
        </p:nvSpPr>
        <p:spPr>
          <a:xfrm>
            <a:off x="10229215" y="5525691"/>
            <a:ext cx="673100" cy="901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CLB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B304FCD-C913-89CF-6333-2C2667D1820A}"/>
              </a:ext>
            </a:extLst>
          </p:cNvPr>
          <p:cNvSpPr/>
          <p:nvPr/>
        </p:nvSpPr>
        <p:spPr>
          <a:xfrm>
            <a:off x="5149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191730-3B31-916C-9446-99F82B5116F5}"/>
              </a:ext>
            </a:extLst>
          </p:cNvPr>
          <p:cNvSpPr/>
          <p:nvPr/>
        </p:nvSpPr>
        <p:spPr>
          <a:xfrm>
            <a:off x="7181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36B005-1D53-381C-AE07-E2324BC38A76}"/>
              </a:ext>
            </a:extLst>
          </p:cNvPr>
          <p:cNvSpPr/>
          <p:nvPr/>
        </p:nvSpPr>
        <p:spPr>
          <a:xfrm>
            <a:off x="9213215" y="5619268"/>
            <a:ext cx="673100" cy="7145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SB</a:t>
            </a:r>
            <a:endParaRPr lang="en-IN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F88567-3387-B887-2521-716B2929FA32}"/>
              </a:ext>
            </a:extLst>
          </p:cNvPr>
          <p:cNvCxnSpPr/>
          <p:nvPr/>
        </p:nvCxnSpPr>
        <p:spPr>
          <a:xfrm>
            <a:off x="5822315" y="14881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D1F9778-2928-2D09-B7CD-F5DA77D94B92}"/>
              </a:ext>
            </a:extLst>
          </p:cNvPr>
          <p:cNvCxnSpPr/>
          <p:nvPr/>
        </p:nvCxnSpPr>
        <p:spPr>
          <a:xfrm>
            <a:off x="5822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8212DF-D591-9215-A70D-BC2EDFEA53BB}"/>
              </a:ext>
            </a:extLst>
          </p:cNvPr>
          <p:cNvCxnSpPr/>
          <p:nvPr/>
        </p:nvCxnSpPr>
        <p:spPr>
          <a:xfrm>
            <a:off x="5822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30B922-6724-2D7D-96D7-1FB38FB5591E}"/>
              </a:ext>
            </a:extLst>
          </p:cNvPr>
          <p:cNvCxnSpPr/>
          <p:nvPr/>
        </p:nvCxnSpPr>
        <p:spPr>
          <a:xfrm>
            <a:off x="5822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7998F1-4272-E18E-0D86-92047ABAC433}"/>
              </a:ext>
            </a:extLst>
          </p:cNvPr>
          <p:cNvCxnSpPr/>
          <p:nvPr/>
        </p:nvCxnSpPr>
        <p:spPr>
          <a:xfrm>
            <a:off x="5822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E7F22C2-879C-E96F-6F4F-47BD17122C20}"/>
              </a:ext>
            </a:extLst>
          </p:cNvPr>
          <p:cNvCxnSpPr/>
          <p:nvPr/>
        </p:nvCxnSpPr>
        <p:spPr>
          <a:xfrm>
            <a:off x="5822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3F3F79B-2866-AC25-C902-A30F4DD1B7F1}"/>
              </a:ext>
            </a:extLst>
          </p:cNvPr>
          <p:cNvCxnSpPr/>
          <p:nvPr/>
        </p:nvCxnSpPr>
        <p:spPr>
          <a:xfrm>
            <a:off x="5822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9C004A-72FF-06B4-8169-FB8ACEDCB013}"/>
              </a:ext>
            </a:extLst>
          </p:cNvPr>
          <p:cNvCxnSpPr/>
          <p:nvPr/>
        </p:nvCxnSpPr>
        <p:spPr>
          <a:xfrm>
            <a:off x="5822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CC7288-9F18-2CBD-714F-A4275F76F72E}"/>
              </a:ext>
            </a:extLst>
          </p:cNvPr>
          <p:cNvCxnSpPr/>
          <p:nvPr/>
        </p:nvCxnSpPr>
        <p:spPr>
          <a:xfrm>
            <a:off x="5822315" y="2046924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B9B9FC4-9521-3010-D2BC-BE17F93590C8}"/>
              </a:ext>
            </a:extLst>
          </p:cNvPr>
          <p:cNvCxnSpPr/>
          <p:nvPr/>
        </p:nvCxnSpPr>
        <p:spPr>
          <a:xfrm>
            <a:off x="7854315" y="1488124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D3C414-BC81-B8DD-2B33-D8C2777572FA}"/>
              </a:ext>
            </a:extLst>
          </p:cNvPr>
          <p:cNvCxnSpPr/>
          <p:nvPr/>
        </p:nvCxnSpPr>
        <p:spPr>
          <a:xfrm>
            <a:off x="7854315" y="15579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5CDAC1A-562E-CC1F-C37A-AA81A845AAFD}"/>
              </a:ext>
            </a:extLst>
          </p:cNvPr>
          <p:cNvCxnSpPr/>
          <p:nvPr/>
        </p:nvCxnSpPr>
        <p:spPr>
          <a:xfrm>
            <a:off x="7854315" y="1627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761E4F8-39AE-21E8-152D-89E7A84D3B3C}"/>
              </a:ext>
            </a:extLst>
          </p:cNvPr>
          <p:cNvCxnSpPr/>
          <p:nvPr/>
        </p:nvCxnSpPr>
        <p:spPr>
          <a:xfrm>
            <a:off x="7854315" y="1697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C1ECFA5-69E6-4FB4-D47F-1574053C7E7D}"/>
              </a:ext>
            </a:extLst>
          </p:cNvPr>
          <p:cNvCxnSpPr/>
          <p:nvPr/>
        </p:nvCxnSpPr>
        <p:spPr>
          <a:xfrm>
            <a:off x="7854315" y="1767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71B5365-8FDD-0576-C5E3-23300101388C}"/>
              </a:ext>
            </a:extLst>
          </p:cNvPr>
          <p:cNvCxnSpPr/>
          <p:nvPr/>
        </p:nvCxnSpPr>
        <p:spPr>
          <a:xfrm>
            <a:off x="7854315" y="1837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9A2251A-5811-915F-592D-D5B97F7D9783}"/>
              </a:ext>
            </a:extLst>
          </p:cNvPr>
          <p:cNvCxnSpPr/>
          <p:nvPr/>
        </p:nvCxnSpPr>
        <p:spPr>
          <a:xfrm>
            <a:off x="7854315" y="1907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A4FBDA6-10C7-4718-C704-A62EFB9ED02E}"/>
              </a:ext>
            </a:extLst>
          </p:cNvPr>
          <p:cNvCxnSpPr/>
          <p:nvPr/>
        </p:nvCxnSpPr>
        <p:spPr>
          <a:xfrm>
            <a:off x="7854315" y="1977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CBCC11-0C52-6F84-A97F-B011BE779DE7}"/>
              </a:ext>
            </a:extLst>
          </p:cNvPr>
          <p:cNvCxnSpPr/>
          <p:nvPr/>
        </p:nvCxnSpPr>
        <p:spPr>
          <a:xfrm>
            <a:off x="7854315" y="2046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5BE0871-7515-E39F-2EBA-C8B0C24CB2AF}"/>
              </a:ext>
            </a:extLst>
          </p:cNvPr>
          <p:cNvCxnSpPr/>
          <p:nvPr/>
        </p:nvCxnSpPr>
        <p:spPr>
          <a:xfrm>
            <a:off x="9886315" y="15008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F0E2E57-F838-BDCE-5CB5-8D0F1BE89BBF}"/>
              </a:ext>
            </a:extLst>
          </p:cNvPr>
          <p:cNvCxnSpPr/>
          <p:nvPr/>
        </p:nvCxnSpPr>
        <p:spPr>
          <a:xfrm>
            <a:off x="9886315" y="15706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D9B872B-701A-2AA0-8A15-925C884DD2AF}"/>
              </a:ext>
            </a:extLst>
          </p:cNvPr>
          <p:cNvCxnSpPr/>
          <p:nvPr/>
        </p:nvCxnSpPr>
        <p:spPr>
          <a:xfrm>
            <a:off x="9886315" y="16405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1C40107-C11D-6DAF-DDF6-514A7966DDF2}"/>
              </a:ext>
            </a:extLst>
          </p:cNvPr>
          <p:cNvCxnSpPr/>
          <p:nvPr/>
        </p:nvCxnSpPr>
        <p:spPr>
          <a:xfrm>
            <a:off x="9886315" y="17103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E40DA41-BC9F-BE46-E1C5-67E4EC904620}"/>
              </a:ext>
            </a:extLst>
          </p:cNvPr>
          <p:cNvCxnSpPr/>
          <p:nvPr/>
        </p:nvCxnSpPr>
        <p:spPr>
          <a:xfrm>
            <a:off x="9886315" y="17802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D5C3A9C-F675-05B9-E67E-17BB4A2892F8}"/>
              </a:ext>
            </a:extLst>
          </p:cNvPr>
          <p:cNvCxnSpPr/>
          <p:nvPr/>
        </p:nvCxnSpPr>
        <p:spPr>
          <a:xfrm>
            <a:off x="9886315" y="18500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26E8096-851B-35A4-0148-182D8FC3D7DC}"/>
              </a:ext>
            </a:extLst>
          </p:cNvPr>
          <p:cNvCxnSpPr/>
          <p:nvPr/>
        </p:nvCxnSpPr>
        <p:spPr>
          <a:xfrm>
            <a:off x="9886315" y="19199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23020EA-90FF-9E99-80E4-EC84348D594F}"/>
              </a:ext>
            </a:extLst>
          </p:cNvPr>
          <p:cNvCxnSpPr/>
          <p:nvPr/>
        </p:nvCxnSpPr>
        <p:spPr>
          <a:xfrm>
            <a:off x="9886315" y="198977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890712B-1364-7E3A-6A71-EFEF2321CF79}"/>
              </a:ext>
            </a:extLst>
          </p:cNvPr>
          <p:cNvCxnSpPr/>
          <p:nvPr/>
        </p:nvCxnSpPr>
        <p:spPr>
          <a:xfrm>
            <a:off x="9886315" y="2059624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ABEC0BF-FFC9-D51E-9291-28FDC6B84A3D}"/>
              </a:ext>
            </a:extLst>
          </p:cNvPr>
          <p:cNvCxnSpPr/>
          <p:nvPr/>
        </p:nvCxnSpPr>
        <p:spPr>
          <a:xfrm>
            <a:off x="5822315" y="2889937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A525B7D-EFB7-67E1-6245-4E9688B2D0F2}"/>
              </a:ext>
            </a:extLst>
          </p:cNvPr>
          <p:cNvCxnSpPr/>
          <p:nvPr/>
        </p:nvCxnSpPr>
        <p:spPr>
          <a:xfrm>
            <a:off x="5822315" y="2959787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B85A920-33B0-1EDC-6378-4111AE011E27}"/>
              </a:ext>
            </a:extLst>
          </p:cNvPr>
          <p:cNvCxnSpPr/>
          <p:nvPr/>
        </p:nvCxnSpPr>
        <p:spPr>
          <a:xfrm>
            <a:off x="5822315" y="30296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D5FFB7F-C1AD-D0DB-403D-296FAEB19FD2}"/>
              </a:ext>
            </a:extLst>
          </p:cNvPr>
          <p:cNvCxnSpPr/>
          <p:nvPr/>
        </p:nvCxnSpPr>
        <p:spPr>
          <a:xfrm>
            <a:off x="5822315" y="30994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4D2E86D-72D0-B519-9880-467FCA2EA14F}"/>
              </a:ext>
            </a:extLst>
          </p:cNvPr>
          <p:cNvCxnSpPr/>
          <p:nvPr/>
        </p:nvCxnSpPr>
        <p:spPr>
          <a:xfrm>
            <a:off x="5822315" y="31693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46C0473-5EBC-487B-DC91-7F1AC1F7B87E}"/>
              </a:ext>
            </a:extLst>
          </p:cNvPr>
          <p:cNvCxnSpPr/>
          <p:nvPr/>
        </p:nvCxnSpPr>
        <p:spPr>
          <a:xfrm>
            <a:off x="5822315" y="3239187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9DC457F-DA23-C0F4-80D1-B53740CAD599}"/>
              </a:ext>
            </a:extLst>
          </p:cNvPr>
          <p:cNvCxnSpPr/>
          <p:nvPr/>
        </p:nvCxnSpPr>
        <p:spPr>
          <a:xfrm>
            <a:off x="5822315" y="33090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DA73A63-17F0-A924-41B4-686756333870}"/>
              </a:ext>
            </a:extLst>
          </p:cNvPr>
          <p:cNvCxnSpPr/>
          <p:nvPr/>
        </p:nvCxnSpPr>
        <p:spPr>
          <a:xfrm>
            <a:off x="5822315" y="337888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99D1B7C-A080-F11B-E8E8-1A8BF3F20415}"/>
              </a:ext>
            </a:extLst>
          </p:cNvPr>
          <p:cNvCxnSpPr/>
          <p:nvPr/>
        </p:nvCxnSpPr>
        <p:spPr>
          <a:xfrm>
            <a:off x="5822315" y="3448737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2258ECF-FA9C-C6D1-F002-8B3AFA6D474C}"/>
              </a:ext>
            </a:extLst>
          </p:cNvPr>
          <p:cNvCxnSpPr/>
          <p:nvPr/>
        </p:nvCxnSpPr>
        <p:spPr>
          <a:xfrm>
            <a:off x="7854315" y="28599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8AE6FD5-B873-ED0C-BEA0-22AEBB8F35ED}"/>
              </a:ext>
            </a:extLst>
          </p:cNvPr>
          <p:cNvCxnSpPr/>
          <p:nvPr/>
        </p:nvCxnSpPr>
        <p:spPr>
          <a:xfrm>
            <a:off x="7854315" y="29297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BCFDA31-B2AD-F5A7-F0D5-681C4BCB8198}"/>
              </a:ext>
            </a:extLst>
          </p:cNvPr>
          <p:cNvCxnSpPr/>
          <p:nvPr/>
        </p:nvCxnSpPr>
        <p:spPr>
          <a:xfrm>
            <a:off x="7854315" y="299962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DAC171-ACA9-49DB-A1A8-EDBB4DC5E80D}"/>
              </a:ext>
            </a:extLst>
          </p:cNvPr>
          <p:cNvCxnSpPr/>
          <p:nvPr/>
        </p:nvCxnSpPr>
        <p:spPr>
          <a:xfrm>
            <a:off x="7854315" y="30694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01C0D0F-A636-7F8C-70A2-BD4A2326183A}"/>
              </a:ext>
            </a:extLst>
          </p:cNvPr>
          <p:cNvCxnSpPr/>
          <p:nvPr/>
        </p:nvCxnSpPr>
        <p:spPr>
          <a:xfrm>
            <a:off x="7854315" y="3139326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CF228DD-AFA0-6875-2523-EC08A487EA4B}"/>
              </a:ext>
            </a:extLst>
          </p:cNvPr>
          <p:cNvCxnSpPr/>
          <p:nvPr/>
        </p:nvCxnSpPr>
        <p:spPr>
          <a:xfrm>
            <a:off x="7854315" y="32091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D3F4E79-3505-11A5-EFAC-9316AE1D9604}"/>
              </a:ext>
            </a:extLst>
          </p:cNvPr>
          <p:cNvCxnSpPr/>
          <p:nvPr/>
        </p:nvCxnSpPr>
        <p:spPr>
          <a:xfrm>
            <a:off x="7854315" y="3279026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47E4DD4-8889-4D96-B1CF-21E638A068FF}"/>
              </a:ext>
            </a:extLst>
          </p:cNvPr>
          <p:cNvCxnSpPr/>
          <p:nvPr/>
        </p:nvCxnSpPr>
        <p:spPr>
          <a:xfrm>
            <a:off x="7854315" y="3348876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D429E91-C2A3-DD8D-7968-B284A542964C}"/>
              </a:ext>
            </a:extLst>
          </p:cNvPr>
          <p:cNvCxnSpPr/>
          <p:nvPr/>
        </p:nvCxnSpPr>
        <p:spPr>
          <a:xfrm>
            <a:off x="7854315" y="3418726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71B1633-0A2E-9A1B-2114-29195F9D36BD}"/>
              </a:ext>
            </a:extLst>
          </p:cNvPr>
          <p:cNvCxnSpPr/>
          <p:nvPr/>
        </p:nvCxnSpPr>
        <p:spPr>
          <a:xfrm>
            <a:off x="9886315" y="28930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663C070-22B3-8DC1-4AF1-E295DB18BCFE}"/>
              </a:ext>
            </a:extLst>
          </p:cNvPr>
          <p:cNvCxnSpPr/>
          <p:nvPr/>
        </p:nvCxnSpPr>
        <p:spPr>
          <a:xfrm>
            <a:off x="9886315" y="29629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BF73FCB-DA97-E83E-B999-2D850DFA49BC}"/>
              </a:ext>
            </a:extLst>
          </p:cNvPr>
          <p:cNvCxnSpPr/>
          <p:nvPr/>
        </p:nvCxnSpPr>
        <p:spPr>
          <a:xfrm>
            <a:off x="9886315" y="30327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5534D1C-7320-DEE1-9426-F0317751B7B8}"/>
              </a:ext>
            </a:extLst>
          </p:cNvPr>
          <p:cNvCxnSpPr/>
          <p:nvPr/>
        </p:nvCxnSpPr>
        <p:spPr>
          <a:xfrm>
            <a:off x="9886315" y="31026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77FFECD-62D7-F50E-F101-E5BB48012753}"/>
              </a:ext>
            </a:extLst>
          </p:cNvPr>
          <p:cNvCxnSpPr/>
          <p:nvPr/>
        </p:nvCxnSpPr>
        <p:spPr>
          <a:xfrm>
            <a:off x="9886315" y="31724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49782C4-11EB-B7F7-DA11-72DCBC8836C1}"/>
              </a:ext>
            </a:extLst>
          </p:cNvPr>
          <p:cNvCxnSpPr/>
          <p:nvPr/>
        </p:nvCxnSpPr>
        <p:spPr>
          <a:xfrm>
            <a:off x="9886315" y="32423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88C44BE-F7A1-8757-99D5-9EB4E8C693AC}"/>
              </a:ext>
            </a:extLst>
          </p:cNvPr>
          <p:cNvCxnSpPr/>
          <p:nvPr/>
        </p:nvCxnSpPr>
        <p:spPr>
          <a:xfrm>
            <a:off x="9886315" y="33121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38EF802-D29D-98B9-0758-99A473D6F2BD}"/>
              </a:ext>
            </a:extLst>
          </p:cNvPr>
          <p:cNvCxnSpPr/>
          <p:nvPr/>
        </p:nvCxnSpPr>
        <p:spPr>
          <a:xfrm>
            <a:off x="9886315" y="338203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386A10-CABF-1803-3718-C8C3E90ACA73}"/>
              </a:ext>
            </a:extLst>
          </p:cNvPr>
          <p:cNvCxnSpPr/>
          <p:nvPr/>
        </p:nvCxnSpPr>
        <p:spPr>
          <a:xfrm>
            <a:off x="9886315" y="3451881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2A20D95-BA8E-0487-06A6-84D38DF921BD}"/>
              </a:ext>
            </a:extLst>
          </p:cNvPr>
          <p:cNvCxnSpPr/>
          <p:nvPr/>
        </p:nvCxnSpPr>
        <p:spPr>
          <a:xfrm>
            <a:off x="5822315" y="4273773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BC4BC1F-1DD0-D51E-0B92-FBEE4FC22E26}"/>
              </a:ext>
            </a:extLst>
          </p:cNvPr>
          <p:cNvCxnSpPr/>
          <p:nvPr/>
        </p:nvCxnSpPr>
        <p:spPr>
          <a:xfrm>
            <a:off x="5822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DD5C02B-8110-854C-2F24-57D38BDD6958}"/>
              </a:ext>
            </a:extLst>
          </p:cNvPr>
          <p:cNvCxnSpPr/>
          <p:nvPr/>
        </p:nvCxnSpPr>
        <p:spPr>
          <a:xfrm>
            <a:off x="5822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96A6885-2862-34BC-19B4-5937D9EBD0CA}"/>
              </a:ext>
            </a:extLst>
          </p:cNvPr>
          <p:cNvCxnSpPr/>
          <p:nvPr/>
        </p:nvCxnSpPr>
        <p:spPr>
          <a:xfrm>
            <a:off x="5822315" y="4483323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838D75A-6435-2902-1E1E-28BF51B38714}"/>
              </a:ext>
            </a:extLst>
          </p:cNvPr>
          <p:cNvCxnSpPr/>
          <p:nvPr/>
        </p:nvCxnSpPr>
        <p:spPr>
          <a:xfrm>
            <a:off x="5822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7DA64DF-03F4-829D-0991-62676E8D028A}"/>
              </a:ext>
            </a:extLst>
          </p:cNvPr>
          <p:cNvCxnSpPr/>
          <p:nvPr/>
        </p:nvCxnSpPr>
        <p:spPr>
          <a:xfrm>
            <a:off x="5822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24C637F-760A-C2BA-1F77-6F8B1A85F525}"/>
              </a:ext>
            </a:extLst>
          </p:cNvPr>
          <p:cNvCxnSpPr/>
          <p:nvPr/>
        </p:nvCxnSpPr>
        <p:spPr>
          <a:xfrm>
            <a:off x="5822315" y="4692873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119A3AD-99A3-3584-F360-DD53C6CB4492}"/>
              </a:ext>
            </a:extLst>
          </p:cNvPr>
          <p:cNvCxnSpPr/>
          <p:nvPr/>
        </p:nvCxnSpPr>
        <p:spPr>
          <a:xfrm>
            <a:off x="5822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85A4645-D324-801E-195C-67D6325FE7E9}"/>
              </a:ext>
            </a:extLst>
          </p:cNvPr>
          <p:cNvCxnSpPr/>
          <p:nvPr/>
        </p:nvCxnSpPr>
        <p:spPr>
          <a:xfrm>
            <a:off x="5822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F877652-6189-9FDA-501A-797F50C964C6}"/>
              </a:ext>
            </a:extLst>
          </p:cNvPr>
          <p:cNvCxnSpPr/>
          <p:nvPr/>
        </p:nvCxnSpPr>
        <p:spPr>
          <a:xfrm>
            <a:off x="7854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5DBAACB-7EFC-4217-37DB-1016BA9A14D6}"/>
              </a:ext>
            </a:extLst>
          </p:cNvPr>
          <p:cNvCxnSpPr/>
          <p:nvPr/>
        </p:nvCxnSpPr>
        <p:spPr>
          <a:xfrm>
            <a:off x="7854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9D62373-5AEB-5606-A04B-991D26DA57E8}"/>
              </a:ext>
            </a:extLst>
          </p:cNvPr>
          <p:cNvCxnSpPr/>
          <p:nvPr/>
        </p:nvCxnSpPr>
        <p:spPr>
          <a:xfrm>
            <a:off x="7854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EB50A5C-4A26-956C-2715-243A09E2D441}"/>
              </a:ext>
            </a:extLst>
          </p:cNvPr>
          <p:cNvCxnSpPr/>
          <p:nvPr/>
        </p:nvCxnSpPr>
        <p:spPr>
          <a:xfrm>
            <a:off x="7854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B72F436-F3F5-D8BC-8179-D4F84884A10D}"/>
              </a:ext>
            </a:extLst>
          </p:cNvPr>
          <p:cNvCxnSpPr/>
          <p:nvPr/>
        </p:nvCxnSpPr>
        <p:spPr>
          <a:xfrm>
            <a:off x="7854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434B961-2214-62CC-A116-38515F8B743B}"/>
              </a:ext>
            </a:extLst>
          </p:cNvPr>
          <p:cNvCxnSpPr/>
          <p:nvPr/>
        </p:nvCxnSpPr>
        <p:spPr>
          <a:xfrm>
            <a:off x="7854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8BB9A09-A688-4EAC-3CCC-D67C64A791E7}"/>
              </a:ext>
            </a:extLst>
          </p:cNvPr>
          <p:cNvCxnSpPr/>
          <p:nvPr/>
        </p:nvCxnSpPr>
        <p:spPr>
          <a:xfrm>
            <a:off x="7854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FBDCA6C-5167-7FFC-E02E-D02B63713A4A}"/>
              </a:ext>
            </a:extLst>
          </p:cNvPr>
          <p:cNvCxnSpPr/>
          <p:nvPr/>
        </p:nvCxnSpPr>
        <p:spPr>
          <a:xfrm>
            <a:off x="7854315" y="47627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7C3833E-66C9-14AF-8179-65A12ACDF076}"/>
              </a:ext>
            </a:extLst>
          </p:cNvPr>
          <p:cNvCxnSpPr/>
          <p:nvPr/>
        </p:nvCxnSpPr>
        <p:spPr>
          <a:xfrm>
            <a:off x="7854315" y="48325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31BB3C5-ACF6-A601-0A61-F9A213BC01F8}"/>
              </a:ext>
            </a:extLst>
          </p:cNvPr>
          <p:cNvCxnSpPr/>
          <p:nvPr/>
        </p:nvCxnSpPr>
        <p:spPr>
          <a:xfrm>
            <a:off x="9886315" y="42737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F447BCD-DC2C-08C0-CD83-745A47FEC2B7}"/>
              </a:ext>
            </a:extLst>
          </p:cNvPr>
          <p:cNvCxnSpPr/>
          <p:nvPr/>
        </p:nvCxnSpPr>
        <p:spPr>
          <a:xfrm>
            <a:off x="9886315" y="43436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CCC395B-FCD6-9A35-E211-F80B4906A66D}"/>
              </a:ext>
            </a:extLst>
          </p:cNvPr>
          <p:cNvCxnSpPr/>
          <p:nvPr/>
        </p:nvCxnSpPr>
        <p:spPr>
          <a:xfrm>
            <a:off x="9886315" y="44134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541347A-DCFE-9415-7AD5-6C30C8EC6EF4}"/>
              </a:ext>
            </a:extLst>
          </p:cNvPr>
          <p:cNvCxnSpPr/>
          <p:nvPr/>
        </p:nvCxnSpPr>
        <p:spPr>
          <a:xfrm>
            <a:off x="9886315" y="44833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9DAD3D3-9487-E03F-83D0-ED87214CF41C}"/>
              </a:ext>
            </a:extLst>
          </p:cNvPr>
          <p:cNvCxnSpPr/>
          <p:nvPr/>
        </p:nvCxnSpPr>
        <p:spPr>
          <a:xfrm>
            <a:off x="9886315" y="45531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F034A9B-6F2E-6EB4-8635-6D82ADBAAE7B}"/>
              </a:ext>
            </a:extLst>
          </p:cNvPr>
          <p:cNvCxnSpPr/>
          <p:nvPr/>
        </p:nvCxnSpPr>
        <p:spPr>
          <a:xfrm>
            <a:off x="9886315" y="462302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82CB1D3-FE53-DFD6-5C01-3E6B40BD9275}"/>
              </a:ext>
            </a:extLst>
          </p:cNvPr>
          <p:cNvCxnSpPr/>
          <p:nvPr/>
        </p:nvCxnSpPr>
        <p:spPr>
          <a:xfrm>
            <a:off x="9886315" y="4692873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4FC7003-1890-49E8-30DA-6B514E3CF1AB}"/>
              </a:ext>
            </a:extLst>
          </p:cNvPr>
          <p:cNvCxnSpPr/>
          <p:nvPr/>
        </p:nvCxnSpPr>
        <p:spPr>
          <a:xfrm>
            <a:off x="9886315" y="4762723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E22882B-D6CA-C94D-F0A4-D2CEAB5BCAC1}"/>
              </a:ext>
            </a:extLst>
          </p:cNvPr>
          <p:cNvCxnSpPr/>
          <p:nvPr/>
        </p:nvCxnSpPr>
        <p:spPr>
          <a:xfrm>
            <a:off x="9886315" y="4832573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BA7322F-CFD7-6D35-0A68-3DB776E0F1F1}"/>
              </a:ext>
            </a:extLst>
          </p:cNvPr>
          <p:cNvCxnSpPr/>
          <p:nvPr/>
        </p:nvCxnSpPr>
        <p:spPr>
          <a:xfrm>
            <a:off x="5822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F3D0956-25FD-A0D4-52E0-6052CB3F091C}"/>
              </a:ext>
            </a:extLst>
          </p:cNvPr>
          <p:cNvCxnSpPr/>
          <p:nvPr/>
        </p:nvCxnSpPr>
        <p:spPr>
          <a:xfrm>
            <a:off x="5822315" y="5748912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5677883-8C4B-661A-00AE-E13F2C839F6D}"/>
              </a:ext>
            </a:extLst>
          </p:cNvPr>
          <p:cNvCxnSpPr/>
          <p:nvPr/>
        </p:nvCxnSpPr>
        <p:spPr>
          <a:xfrm>
            <a:off x="5822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31B4B91-86FA-38D9-7EAA-AD14F3849046}"/>
              </a:ext>
            </a:extLst>
          </p:cNvPr>
          <p:cNvCxnSpPr/>
          <p:nvPr/>
        </p:nvCxnSpPr>
        <p:spPr>
          <a:xfrm>
            <a:off x="5822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827ACD5-979C-42F4-8BFB-15AE7ACFF6EF}"/>
              </a:ext>
            </a:extLst>
          </p:cNvPr>
          <p:cNvCxnSpPr/>
          <p:nvPr/>
        </p:nvCxnSpPr>
        <p:spPr>
          <a:xfrm>
            <a:off x="5822315" y="5958462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1B11537-6485-3D4F-6615-D2EBEED0FA46}"/>
              </a:ext>
            </a:extLst>
          </p:cNvPr>
          <p:cNvCxnSpPr/>
          <p:nvPr/>
        </p:nvCxnSpPr>
        <p:spPr>
          <a:xfrm>
            <a:off x="5822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402388F-F01F-2546-6CB6-7868CC97AFDB}"/>
              </a:ext>
            </a:extLst>
          </p:cNvPr>
          <p:cNvCxnSpPr/>
          <p:nvPr/>
        </p:nvCxnSpPr>
        <p:spPr>
          <a:xfrm>
            <a:off x="5822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0E8293C-EFDC-3904-2488-FD448770EBD3}"/>
              </a:ext>
            </a:extLst>
          </p:cNvPr>
          <p:cNvCxnSpPr/>
          <p:nvPr/>
        </p:nvCxnSpPr>
        <p:spPr>
          <a:xfrm>
            <a:off x="5822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2C4EAE4-13FB-BDDD-1B25-7907E8381C5A}"/>
              </a:ext>
            </a:extLst>
          </p:cNvPr>
          <p:cNvCxnSpPr/>
          <p:nvPr/>
        </p:nvCxnSpPr>
        <p:spPr>
          <a:xfrm>
            <a:off x="5822315" y="6237862"/>
            <a:ext cx="34290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F1CB02E-AD2B-87D8-70D5-4A16BE45CDCE}"/>
              </a:ext>
            </a:extLst>
          </p:cNvPr>
          <p:cNvCxnSpPr/>
          <p:nvPr/>
        </p:nvCxnSpPr>
        <p:spPr>
          <a:xfrm>
            <a:off x="7854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51FB1C5-C376-1507-6F4D-62F65A2C4692}"/>
              </a:ext>
            </a:extLst>
          </p:cNvPr>
          <p:cNvCxnSpPr/>
          <p:nvPr/>
        </p:nvCxnSpPr>
        <p:spPr>
          <a:xfrm>
            <a:off x="7854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F607DC7-D168-0C94-7C2D-ECED93217134}"/>
              </a:ext>
            </a:extLst>
          </p:cNvPr>
          <p:cNvCxnSpPr/>
          <p:nvPr/>
        </p:nvCxnSpPr>
        <p:spPr>
          <a:xfrm>
            <a:off x="7854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D30DC46-CC9E-A2F4-DFFE-96A7A97EE27D}"/>
              </a:ext>
            </a:extLst>
          </p:cNvPr>
          <p:cNvCxnSpPr/>
          <p:nvPr/>
        </p:nvCxnSpPr>
        <p:spPr>
          <a:xfrm>
            <a:off x="7854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74EB6D8-5030-B234-11D1-0613A8878603}"/>
              </a:ext>
            </a:extLst>
          </p:cNvPr>
          <p:cNvCxnSpPr/>
          <p:nvPr/>
        </p:nvCxnSpPr>
        <p:spPr>
          <a:xfrm>
            <a:off x="7854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E9E24B1-EBF3-DC6B-CBE1-2AFD232193D4}"/>
              </a:ext>
            </a:extLst>
          </p:cNvPr>
          <p:cNvCxnSpPr/>
          <p:nvPr/>
        </p:nvCxnSpPr>
        <p:spPr>
          <a:xfrm>
            <a:off x="7854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7657BED-B49A-A07A-ED77-B89620B432BF}"/>
              </a:ext>
            </a:extLst>
          </p:cNvPr>
          <p:cNvCxnSpPr/>
          <p:nvPr/>
        </p:nvCxnSpPr>
        <p:spPr>
          <a:xfrm>
            <a:off x="7854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027C7F4-1450-03A7-B96C-BD7E5E4B8F80}"/>
              </a:ext>
            </a:extLst>
          </p:cNvPr>
          <p:cNvCxnSpPr/>
          <p:nvPr/>
        </p:nvCxnSpPr>
        <p:spPr>
          <a:xfrm>
            <a:off x="7854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B8276BF5-AE85-9EA7-72AF-3EB0147ADE12}"/>
              </a:ext>
            </a:extLst>
          </p:cNvPr>
          <p:cNvCxnSpPr/>
          <p:nvPr/>
        </p:nvCxnSpPr>
        <p:spPr>
          <a:xfrm>
            <a:off x="7854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1F123FE-F8EE-9A15-11C9-FD145488729B}"/>
              </a:ext>
            </a:extLst>
          </p:cNvPr>
          <p:cNvCxnSpPr/>
          <p:nvPr/>
        </p:nvCxnSpPr>
        <p:spPr>
          <a:xfrm>
            <a:off x="9886315" y="56790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C755CC8-C0F3-EEF6-EE68-8589288122C4}"/>
              </a:ext>
            </a:extLst>
          </p:cNvPr>
          <p:cNvCxnSpPr/>
          <p:nvPr/>
        </p:nvCxnSpPr>
        <p:spPr>
          <a:xfrm>
            <a:off x="9886315" y="57489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40A2B0E-9A26-397D-CBAC-2B7F5C61D057}"/>
              </a:ext>
            </a:extLst>
          </p:cNvPr>
          <p:cNvCxnSpPr/>
          <p:nvPr/>
        </p:nvCxnSpPr>
        <p:spPr>
          <a:xfrm>
            <a:off x="9886315" y="58187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323BA998-6DE6-4B2C-5FAB-1510D675238C}"/>
              </a:ext>
            </a:extLst>
          </p:cNvPr>
          <p:cNvCxnSpPr/>
          <p:nvPr/>
        </p:nvCxnSpPr>
        <p:spPr>
          <a:xfrm>
            <a:off x="9886315" y="58886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426A1EC-E8C3-1136-D472-0098BCFFE2B0}"/>
              </a:ext>
            </a:extLst>
          </p:cNvPr>
          <p:cNvCxnSpPr/>
          <p:nvPr/>
        </p:nvCxnSpPr>
        <p:spPr>
          <a:xfrm>
            <a:off x="9886315" y="59584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E384F26-9C28-1321-E6EB-CC6FF0BF378D}"/>
              </a:ext>
            </a:extLst>
          </p:cNvPr>
          <p:cNvCxnSpPr/>
          <p:nvPr/>
        </p:nvCxnSpPr>
        <p:spPr>
          <a:xfrm>
            <a:off x="9886315" y="60283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0B5E625-EFEA-1439-5F56-CB336C5F275D}"/>
              </a:ext>
            </a:extLst>
          </p:cNvPr>
          <p:cNvCxnSpPr/>
          <p:nvPr/>
        </p:nvCxnSpPr>
        <p:spPr>
          <a:xfrm>
            <a:off x="9886315" y="60981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30C2FA0-4553-6D3A-C8E4-2B5FE43E0F01}"/>
              </a:ext>
            </a:extLst>
          </p:cNvPr>
          <p:cNvCxnSpPr/>
          <p:nvPr/>
        </p:nvCxnSpPr>
        <p:spPr>
          <a:xfrm>
            <a:off x="9886315" y="616801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07CE217C-F0CB-1016-DFC5-F16E3E0B08C3}"/>
              </a:ext>
            </a:extLst>
          </p:cNvPr>
          <p:cNvCxnSpPr/>
          <p:nvPr/>
        </p:nvCxnSpPr>
        <p:spPr>
          <a:xfrm>
            <a:off x="9886315" y="6237862"/>
            <a:ext cx="3429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CB5B848-890D-2464-4183-0600E2778B7D}"/>
              </a:ext>
            </a:extLst>
          </p:cNvPr>
          <p:cNvCxnSpPr>
            <a:cxnSpLocks/>
          </p:cNvCxnSpPr>
          <p:nvPr/>
        </p:nvCxnSpPr>
        <p:spPr>
          <a:xfrm>
            <a:off x="5307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82093C8F-54D2-C3B8-D07E-723BA8B5E23C}"/>
              </a:ext>
            </a:extLst>
          </p:cNvPr>
          <p:cNvCxnSpPr>
            <a:cxnSpLocks/>
          </p:cNvCxnSpPr>
          <p:nvPr/>
        </p:nvCxnSpPr>
        <p:spPr>
          <a:xfrm>
            <a:off x="53486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A2CC12F-6628-393C-171E-C1140D8CBB71}"/>
              </a:ext>
            </a:extLst>
          </p:cNvPr>
          <p:cNvCxnSpPr>
            <a:cxnSpLocks/>
          </p:cNvCxnSpPr>
          <p:nvPr/>
        </p:nvCxnSpPr>
        <p:spPr>
          <a:xfrm>
            <a:off x="53898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7C1B4A0-4CF6-3C8F-C364-6F2D68E51A79}"/>
              </a:ext>
            </a:extLst>
          </p:cNvPr>
          <p:cNvCxnSpPr>
            <a:cxnSpLocks/>
          </p:cNvCxnSpPr>
          <p:nvPr/>
        </p:nvCxnSpPr>
        <p:spPr>
          <a:xfrm>
            <a:off x="54311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64420EA0-5927-17BF-8F4D-FA8D1F798B51}"/>
              </a:ext>
            </a:extLst>
          </p:cNvPr>
          <p:cNvCxnSpPr>
            <a:cxnSpLocks/>
          </p:cNvCxnSpPr>
          <p:nvPr/>
        </p:nvCxnSpPr>
        <p:spPr>
          <a:xfrm>
            <a:off x="54724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3BF0F7F-7533-FBE9-8994-517D3214C430}"/>
              </a:ext>
            </a:extLst>
          </p:cNvPr>
          <p:cNvCxnSpPr>
            <a:cxnSpLocks/>
          </p:cNvCxnSpPr>
          <p:nvPr/>
        </p:nvCxnSpPr>
        <p:spPr>
          <a:xfrm>
            <a:off x="55137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4054B803-D3FF-C5F0-46C1-41FA6D35496C}"/>
              </a:ext>
            </a:extLst>
          </p:cNvPr>
          <p:cNvCxnSpPr>
            <a:cxnSpLocks/>
          </p:cNvCxnSpPr>
          <p:nvPr/>
        </p:nvCxnSpPr>
        <p:spPr>
          <a:xfrm>
            <a:off x="55549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5B83701-86D8-3558-5B33-E5C342D18E78}"/>
              </a:ext>
            </a:extLst>
          </p:cNvPr>
          <p:cNvCxnSpPr>
            <a:cxnSpLocks/>
          </p:cNvCxnSpPr>
          <p:nvPr/>
        </p:nvCxnSpPr>
        <p:spPr>
          <a:xfrm>
            <a:off x="55962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0A2B639-C043-175D-B095-FBEFDBE045E2}"/>
              </a:ext>
            </a:extLst>
          </p:cNvPr>
          <p:cNvCxnSpPr>
            <a:cxnSpLocks/>
          </p:cNvCxnSpPr>
          <p:nvPr/>
        </p:nvCxnSpPr>
        <p:spPr>
          <a:xfrm>
            <a:off x="5637530" y="2112097"/>
            <a:ext cx="0" cy="69269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7566E53F-BB4D-B836-96CF-2C5892915093}"/>
              </a:ext>
            </a:extLst>
          </p:cNvPr>
          <p:cNvCxnSpPr>
            <a:cxnSpLocks/>
          </p:cNvCxnSpPr>
          <p:nvPr/>
        </p:nvCxnSpPr>
        <p:spPr>
          <a:xfrm>
            <a:off x="73647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25F2DE7-813D-5C40-798C-75917AB89BF3}"/>
              </a:ext>
            </a:extLst>
          </p:cNvPr>
          <p:cNvCxnSpPr>
            <a:cxnSpLocks/>
          </p:cNvCxnSpPr>
          <p:nvPr/>
        </p:nvCxnSpPr>
        <p:spPr>
          <a:xfrm>
            <a:off x="74060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8E050E4-B1B3-6326-7167-ED657B213537}"/>
              </a:ext>
            </a:extLst>
          </p:cNvPr>
          <p:cNvCxnSpPr>
            <a:cxnSpLocks/>
          </p:cNvCxnSpPr>
          <p:nvPr/>
        </p:nvCxnSpPr>
        <p:spPr>
          <a:xfrm>
            <a:off x="74472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509EFDE9-D62E-9E39-DCA9-8EA67ED59515}"/>
              </a:ext>
            </a:extLst>
          </p:cNvPr>
          <p:cNvCxnSpPr>
            <a:cxnSpLocks/>
          </p:cNvCxnSpPr>
          <p:nvPr/>
        </p:nvCxnSpPr>
        <p:spPr>
          <a:xfrm>
            <a:off x="74885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B63BB6F2-34B2-091A-D73A-47BF53246EE7}"/>
              </a:ext>
            </a:extLst>
          </p:cNvPr>
          <p:cNvCxnSpPr>
            <a:cxnSpLocks/>
          </p:cNvCxnSpPr>
          <p:nvPr/>
        </p:nvCxnSpPr>
        <p:spPr>
          <a:xfrm>
            <a:off x="75298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7E274730-7A67-2E3C-4B1A-FBD4EED2F790}"/>
              </a:ext>
            </a:extLst>
          </p:cNvPr>
          <p:cNvCxnSpPr>
            <a:cxnSpLocks/>
          </p:cNvCxnSpPr>
          <p:nvPr/>
        </p:nvCxnSpPr>
        <p:spPr>
          <a:xfrm>
            <a:off x="75711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6DB6CAB-DEF5-F3A3-CF1D-C2A39DA4801D}"/>
              </a:ext>
            </a:extLst>
          </p:cNvPr>
          <p:cNvCxnSpPr>
            <a:cxnSpLocks/>
          </p:cNvCxnSpPr>
          <p:nvPr/>
        </p:nvCxnSpPr>
        <p:spPr>
          <a:xfrm>
            <a:off x="76123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6D89DA3-7BFD-9A6B-00E4-87885455C791}"/>
              </a:ext>
            </a:extLst>
          </p:cNvPr>
          <p:cNvCxnSpPr>
            <a:cxnSpLocks/>
          </p:cNvCxnSpPr>
          <p:nvPr/>
        </p:nvCxnSpPr>
        <p:spPr>
          <a:xfrm>
            <a:off x="76536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7A95DB09-B6F5-7A26-AB35-DF9874A6CF6C}"/>
              </a:ext>
            </a:extLst>
          </p:cNvPr>
          <p:cNvCxnSpPr>
            <a:cxnSpLocks/>
          </p:cNvCxnSpPr>
          <p:nvPr/>
        </p:nvCxnSpPr>
        <p:spPr>
          <a:xfrm>
            <a:off x="7694930" y="2112097"/>
            <a:ext cx="0" cy="69269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25064B3-A45E-5C79-5DBC-2B66E1A0E991}"/>
              </a:ext>
            </a:extLst>
          </p:cNvPr>
          <p:cNvCxnSpPr>
            <a:cxnSpLocks/>
          </p:cNvCxnSpPr>
          <p:nvPr/>
        </p:nvCxnSpPr>
        <p:spPr>
          <a:xfrm>
            <a:off x="94221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E2D32539-BE2A-CFB2-A86D-72546ED782D3}"/>
              </a:ext>
            </a:extLst>
          </p:cNvPr>
          <p:cNvCxnSpPr>
            <a:cxnSpLocks/>
          </p:cNvCxnSpPr>
          <p:nvPr/>
        </p:nvCxnSpPr>
        <p:spPr>
          <a:xfrm>
            <a:off x="94634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93C9A549-8C5F-9692-7447-9EDE4B443F6D}"/>
              </a:ext>
            </a:extLst>
          </p:cNvPr>
          <p:cNvCxnSpPr>
            <a:cxnSpLocks/>
          </p:cNvCxnSpPr>
          <p:nvPr/>
        </p:nvCxnSpPr>
        <p:spPr>
          <a:xfrm>
            <a:off x="95046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75A359A-3A1B-C9C7-C21D-F5B33A4D4856}"/>
              </a:ext>
            </a:extLst>
          </p:cNvPr>
          <p:cNvCxnSpPr>
            <a:cxnSpLocks/>
          </p:cNvCxnSpPr>
          <p:nvPr/>
        </p:nvCxnSpPr>
        <p:spPr>
          <a:xfrm>
            <a:off x="95459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C56AF0B-5D2E-3E8C-7923-23D4ADE55F96}"/>
              </a:ext>
            </a:extLst>
          </p:cNvPr>
          <p:cNvCxnSpPr>
            <a:cxnSpLocks/>
          </p:cNvCxnSpPr>
          <p:nvPr/>
        </p:nvCxnSpPr>
        <p:spPr>
          <a:xfrm>
            <a:off x="95872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E4CDF478-9939-037D-6A70-56CA2953540E}"/>
              </a:ext>
            </a:extLst>
          </p:cNvPr>
          <p:cNvCxnSpPr>
            <a:cxnSpLocks/>
          </p:cNvCxnSpPr>
          <p:nvPr/>
        </p:nvCxnSpPr>
        <p:spPr>
          <a:xfrm>
            <a:off x="962850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DA21DC9-CBCE-314F-513E-DB55E49E3168}"/>
              </a:ext>
            </a:extLst>
          </p:cNvPr>
          <p:cNvCxnSpPr>
            <a:cxnSpLocks/>
          </p:cNvCxnSpPr>
          <p:nvPr/>
        </p:nvCxnSpPr>
        <p:spPr>
          <a:xfrm>
            <a:off x="966978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5A32749-8E06-B669-C187-73D54157C7B7}"/>
              </a:ext>
            </a:extLst>
          </p:cNvPr>
          <p:cNvCxnSpPr>
            <a:cxnSpLocks/>
          </p:cNvCxnSpPr>
          <p:nvPr/>
        </p:nvCxnSpPr>
        <p:spPr>
          <a:xfrm>
            <a:off x="9711055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0144F0F-43D0-C26B-79CA-41CDF61CB0CA}"/>
              </a:ext>
            </a:extLst>
          </p:cNvPr>
          <p:cNvCxnSpPr>
            <a:cxnSpLocks/>
          </p:cNvCxnSpPr>
          <p:nvPr/>
        </p:nvCxnSpPr>
        <p:spPr>
          <a:xfrm>
            <a:off x="9752330" y="2112097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008FBD3E-9037-7E1C-6D75-BAE2660C57AD}"/>
              </a:ext>
            </a:extLst>
          </p:cNvPr>
          <p:cNvCxnSpPr>
            <a:cxnSpLocks/>
          </p:cNvCxnSpPr>
          <p:nvPr/>
        </p:nvCxnSpPr>
        <p:spPr>
          <a:xfrm>
            <a:off x="93897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5C8D1B7-0CD2-BD3F-A595-CED7F0A3D456}"/>
              </a:ext>
            </a:extLst>
          </p:cNvPr>
          <p:cNvCxnSpPr>
            <a:cxnSpLocks/>
          </p:cNvCxnSpPr>
          <p:nvPr/>
        </p:nvCxnSpPr>
        <p:spPr>
          <a:xfrm>
            <a:off x="94310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097AA20E-6B7E-5F96-6AE0-65A2B2ECA639}"/>
              </a:ext>
            </a:extLst>
          </p:cNvPr>
          <p:cNvCxnSpPr>
            <a:cxnSpLocks/>
          </p:cNvCxnSpPr>
          <p:nvPr/>
        </p:nvCxnSpPr>
        <p:spPr>
          <a:xfrm>
            <a:off x="94722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7CB467DC-1843-FC78-FADA-449AEABB8873}"/>
              </a:ext>
            </a:extLst>
          </p:cNvPr>
          <p:cNvCxnSpPr>
            <a:cxnSpLocks/>
          </p:cNvCxnSpPr>
          <p:nvPr/>
        </p:nvCxnSpPr>
        <p:spPr>
          <a:xfrm>
            <a:off x="95135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088465D-6E6B-97C4-1A18-348EF469841C}"/>
              </a:ext>
            </a:extLst>
          </p:cNvPr>
          <p:cNvCxnSpPr>
            <a:cxnSpLocks/>
          </p:cNvCxnSpPr>
          <p:nvPr/>
        </p:nvCxnSpPr>
        <p:spPr>
          <a:xfrm>
            <a:off x="95548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A045A046-E01D-02B6-5161-17D5586EE0AA}"/>
              </a:ext>
            </a:extLst>
          </p:cNvPr>
          <p:cNvCxnSpPr>
            <a:cxnSpLocks/>
          </p:cNvCxnSpPr>
          <p:nvPr/>
        </p:nvCxnSpPr>
        <p:spPr>
          <a:xfrm>
            <a:off x="959612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B9434BE-D01C-1D38-FBC2-CF4FA23FD649}"/>
              </a:ext>
            </a:extLst>
          </p:cNvPr>
          <p:cNvCxnSpPr>
            <a:cxnSpLocks/>
          </p:cNvCxnSpPr>
          <p:nvPr/>
        </p:nvCxnSpPr>
        <p:spPr>
          <a:xfrm>
            <a:off x="963739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579AC1A0-CA17-0BC6-D4BB-1C61247FB95A}"/>
              </a:ext>
            </a:extLst>
          </p:cNvPr>
          <p:cNvCxnSpPr>
            <a:cxnSpLocks/>
          </p:cNvCxnSpPr>
          <p:nvPr/>
        </p:nvCxnSpPr>
        <p:spPr>
          <a:xfrm>
            <a:off x="967867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79389EB6-8B67-A3B5-1A01-0C79EDEEF125}"/>
              </a:ext>
            </a:extLst>
          </p:cNvPr>
          <p:cNvCxnSpPr>
            <a:cxnSpLocks/>
          </p:cNvCxnSpPr>
          <p:nvPr/>
        </p:nvCxnSpPr>
        <p:spPr>
          <a:xfrm>
            <a:off x="971994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92C9A24E-4AC5-4F5E-6229-FDF77E85BA65}"/>
              </a:ext>
            </a:extLst>
          </p:cNvPr>
          <p:cNvCxnSpPr>
            <a:cxnSpLocks/>
          </p:cNvCxnSpPr>
          <p:nvPr/>
        </p:nvCxnSpPr>
        <p:spPr>
          <a:xfrm>
            <a:off x="93941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BE03BBF-64E0-D405-63F9-2C3557C47E11}"/>
              </a:ext>
            </a:extLst>
          </p:cNvPr>
          <p:cNvCxnSpPr>
            <a:cxnSpLocks/>
          </p:cNvCxnSpPr>
          <p:nvPr/>
        </p:nvCxnSpPr>
        <p:spPr>
          <a:xfrm>
            <a:off x="94354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2FC1C5A9-117A-053D-B1EE-5FDC58D8B3C8}"/>
              </a:ext>
            </a:extLst>
          </p:cNvPr>
          <p:cNvCxnSpPr>
            <a:cxnSpLocks/>
          </p:cNvCxnSpPr>
          <p:nvPr/>
        </p:nvCxnSpPr>
        <p:spPr>
          <a:xfrm>
            <a:off x="94767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1011989F-267E-4192-4C36-5C75A4340E56}"/>
              </a:ext>
            </a:extLst>
          </p:cNvPr>
          <p:cNvCxnSpPr>
            <a:cxnSpLocks/>
          </p:cNvCxnSpPr>
          <p:nvPr/>
        </p:nvCxnSpPr>
        <p:spPr>
          <a:xfrm>
            <a:off x="95180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9164EC94-7D2D-8D9F-3A9F-BCCC8B40EDDA}"/>
              </a:ext>
            </a:extLst>
          </p:cNvPr>
          <p:cNvCxnSpPr>
            <a:cxnSpLocks/>
          </p:cNvCxnSpPr>
          <p:nvPr/>
        </p:nvCxnSpPr>
        <p:spPr>
          <a:xfrm>
            <a:off x="95592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02954C2-220C-18C8-FFC3-95CE0395F212}"/>
              </a:ext>
            </a:extLst>
          </p:cNvPr>
          <p:cNvCxnSpPr>
            <a:cxnSpLocks/>
          </p:cNvCxnSpPr>
          <p:nvPr/>
        </p:nvCxnSpPr>
        <p:spPr>
          <a:xfrm>
            <a:off x="960056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D1579428-1F17-B197-5081-A3208C237A94}"/>
              </a:ext>
            </a:extLst>
          </p:cNvPr>
          <p:cNvCxnSpPr>
            <a:cxnSpLocks/>
          </p:cNvCxnSpPr>
          <p:nvPr/>
        </p:nvCxnSpPr>
        <p:spPr>
          <a:xfrm>
            <a:off x="964184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A3574E11-DF56-226A-E468-B4E690CF6928}"/>
              </a:ext>
            </a:extLst>
          </p:cNvPr>
          <p:cNvCxnSpPr>
            <a:cxnSpLocks/>
          </p:cNvCxnSpPr>
          <p:nvPr/>
        </p:nvCxnSpPr>
        <p:spPr>
          <a:xfrm>
            <a:off x="968311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CAD44B31-2E96-7B7F-81C8-9DA61A0A9C16}"/>
              </a:ext>
            </a:extLst>
          </p:cNvPr>
          <p:cNvCxnSpPr>
            <a:cxnSpLocks/>
          </p:cNvCxnSpPr>
          <p:nvPr/>
        </p:nvCxnSpPr>
        <p:spPr>
          <a:xfrm>
            <a:off x="972439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3520E30D-F07D-8379-B174-FEB086014999}"/>
              </a:ext>
            </a:extLst>
          </p:cNvPr>
          <p:cNvCxnSpPr>
            <a:cxnSpLocks/>
          </p:cNvCxnSpPr>
          <p:nvPr/>
        </p:nvCxnSpPr>
        <p:spPr>
          <a:xfrm>
            <a:off x="73284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A5FA1DF-3546-0D3C-D5A3-335407C81CF3}"/>
              </a:ext>
            </a:extLst>
          </p:cNvPr>
          <p:cNvCxnSpPr>
            <a:cxnSpLocks/>
          </p:cNvCxnSpPr>
          <p:nvPr/>
        </p:nvCxnSpPr>
        <p:spPr>
          <a:xfrm>
            <a:off x="73696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1410DD81-4436-0C84-DA98-D8D5EE6BB517}"/>
              </a:ext>
            </a:extLst>
          </p:cNvPr>
          <p:cNvCxnSpPr>
            <a:cxnSpLocks/>
          </p:cNvCxnSpPr>
          <p:nvPr/>
        </p:nvCxnSpPr>
        <p:spPr>
          <a:xfrm>
            <a:off x="74109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E387ECC1-4848-ACEB-5289-FD4E237D0A33}"/>
              </a:ext>
            </a:extLst>
          </p:cNvPr>
          <p:cNvCxnSpPr>
            <a:cxnSpLocks/>
          </p:cNvCxnSpPr>
          <p:nvPr/>
        </p:nvCxnSpPr>
        <p:spPr>
          <a:xfrm>
            <a:off x="74522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E36943E7-64F3-1C1C-AAC5-F20D44FA19C5}"/>
              </a:ext>
            </a:extLst>
          </p:cNvPr>
          <p:cNvCxnSpPr>
            <a:cxnSpLocks/>
          </p:cNvCxnSpPr>
          <p:nvPr/>
        </p:nvCxnSpPr>
        <p:spPr>
          <a:xfrm>
            <a:off x="74935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9593B898-CB3A-BCFE-CC84-378B1C459101}"/>
              </a:ext>
            </a:extLst>
          </p:cNvPr>
          <p:cNvCxnSpPr>
            <a:cxnSpLocks/>
          </p:cNvCxnSpPr>
          <p:nvPr/>
        </p:nvCxnSpPr>
        <p:spPr>
          <a:xfrm>
            <a:off x="753477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8F0EE4C-123F-02CF-77FA-DEF7075BC348}"/>
              </a:ext>
            </a:extLst>
          </p:cNvPr>
          <p:cNvCxnSpPr>
            <a:cxnSpLocks/>
          </p:cNvCxnSpPr>
          <p:nvPr/>
        </p:nvCxnSpPr>
        <p:spPr>
          <a:xfrm>
            <a:off x="757605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85060A88-D614-8B96-22D1-D4F94DF0B4AC}"/>
              </a:ext>
            </a:extLst>
          </p:cNvPr>
          <p:cNvCxnSpPr>
            <a:cxnSpLocks/>
          </p:cNvCxnSpPr>
          <p:nvPr/>
        </p:nvCxnSpPr>
        <p:spPr>
          <a:xfrm>
            <a:off x="7617326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280DD0E9-374A-5B7A-25EC-B8D16C552987}"/>
              </a:ext>
            </a:extLst>
          </p:cNvPr>
          <p:cNvCxnSpPr>
            <a:cxnSpLocks/>
          </p:cNvCxnSpPr>
          <p:nvPr/>
        </p:nvCxnSpPr>
        <p:spPr>
          <a:xfrm>
            <a:off x="7658601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0B728A44-2AFB-2D9B-1B02-92E6DCDE91BE}"/>
              </a:ext>
            </a:extLst>
          </p:cNvPr>
          <p:cNvCxnSpPr>
            <a:cxnSpLocks/>
          </p:cNvCxnSpPr>
          <p:nvPr/>
        </p:nvCxnSpPr>
        <p:spPr>
          <a:xfrm>
            <a:off x="53073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375BCE2E-B886-BF99-3962-D15DA26C2C54}"/>
              </a:ext>
            </a:extLst>
          </p:cNvPr>
          <p:cNvCxnSpPr>
            <a:cxnSpLocks/>
          </p:cNvCxnSpPr>
          <p:nvPr/>
        </p:nvCxnSpPr>
        <p:spPr>
          <a:xfrm>
            <a:off x="53486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BE5F3D21-3E88-CDE4-A14C-AF9368C5FB9A}"/>
              </a:ext>
            </a:extLst>
          </p:cNvPr>
          <p:cNvCxnSpPr>
            <a:cxnSpLocks/>
          </p:cNvCxnSpPr>
          <p:nvPr/>
        </p:nvCxnSpPr>
        <p:spPr>
          <a:xfrm>
            <a:off x="5389880" y="4926575"/>
            <a:ext cx="0" cy="692693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DF22DF77-A4D8-9BBA-60D1-527C990EA0CA}"/>
              </a:ext>
            </a:extLst>
          </p:cNvPr>
          <p:cNvCxnSpPr>
            <a:cxnSpLocks/>
          </p:cNvCxnSpPr>
          <p:nvPr/>
        </p:nvCxnSpPr>
        <p:spPr>
          <a:xfrm>
            <a:off x="54311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514DD2D-5D3D-847C-553D-BA97C61919D2}"/>
              </a:ext>
            </a:extLst>
          </p:cNvPr>
          <p:cNvCxnSpPr>
            <a:cxnSpLocks/>
          </p:cNvCxnSpPr>
          <p:nvPr/>
        </p:nvCxnSpPr>
        <p:spPr>
          <a:xfrm>
            <a:off x="54724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9314404E-F5E0-EFC5-4124-00D203A2FFA6}"/>
              </a:ext>
            </a:extLst>
          </p:cNvPr>
          <p:cNvCxnSpPr>
            <a:cxnSpLocks/>
          </p:cNvCxnSpPr>
          <p:nvPr/>
        </p:nvCxnSpPr>
        <p:spPr>
          <a:xfrm>
            <a:off x="551370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B3566E9A-A512-4A2E-F5CA-D83118669B84}"/>
              </a:ext>
            </a:extLst>
          </p:cNvPr>
          <p:cNvCxnSpPr>
            <a:cxnSpLocks/>
          </p:cNvCxnSpPr>
          <p:nvPr/>
        </p:nvCxnSpPr>
        <p:spPr>
          <a:xfrm>
            <a:off x="5554980" y="4926575"/>
            <a:ext cx="0" cy="692693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9E07295E-8A29-FA2C-F6C4-DB60403683D2}"/>
              </a:ext>
            </a:extLst>
          </p:cNvPr>
          <p:cNvCxnSpPr>
            <a:cxnSpLocks/>
          </p:cNvCxnSpPr>
          <p:nvPr/>
        </p:nvCxnSpPr>
        <p:spPr>
          <a:xfrm>
            <a:off x="5596255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45BFB07-BC50-744F-3D5D-CE1220B31EFA}"/>
              </a:ext>
            </a:extLst>
          </p:cNvPr>
          <p:cNvCxnSpPr>
            <a:cxnSpLocks/>
          </p:cNvCxnSpPr>
          <p:nvPr/>
        </p:nvCxnSpPr>
        <p:spPr>
          <a:xfrm>
            <a:off x="5637530" y="4926575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F494E9-D857-55F1-4D44-69768B39CCDD}"/>
              </a:ext>
            </a:extLst>
          </p:cNvPr>
          <p:cNvCxnSpPr>
            <a:cxnSpLocks/>
          </p:cNvCxnSpPr>
          <p:nvPr/>
        </p:nvCxnSpPr>
        <p:spPr>
          <a:xfrm>
            <a:off x="53400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AE737F8E-7DEE-2271-8B4B-3A920BFA5FB4}"/>
              </a:ext>
            </a:extLst>
          </p:cNvPr>
          <p:cNvCxnSpPr>
            <a:cxnSpLocks/>
          </p:cNvCxnSpPr>
          <p:nvPr/>
        </p:nvCxnSpPr>
        <p:spPr>
          <a:xfrm>
            <a:off x="53812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34F4C7A-8142-E7F4-3015-3133B2D5DD28}"/>
              </a:ext>
            </a:extLst>
          </p:cNvPr>
          <p:cNvCxnSpPr>
            <a:cxnSpLocks/>
          </p:cNvCxnSpPr>
          <p:nvPr/>
        </p:nvCxnSpPr>
        <p:spPr>
          <a:xfrm>
            <a:off x="542256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F1D282F4-79A9-BF20-57FD-64E7CD5BC998}"/>
              </a:ext>
            </a:extLst>
          </p:cNvPr>
          <p:cNvCxnSpPr>
            <a:cxnSpLocks/>
          </p:cNvCxnSpPr>
          <p:nvPr/>
        </p:nvCxnSpPr>
        <p:spPr>
          <a:xfrm>
            <a:off x="54638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41836651-82F5-FC3B-494A-74AA80D17E33}"/>
              </a:ext>
            </a:extLst>
          </p:cNvPr>
          <p:cNvCxnSpPr>
            <a:cxnSpLocks/>
          </p:cNvCxnSpPr>
          <p:nvPr/>
        </p:nvCxnSpPr>
        <p:spPr>
          <a:xfrm>
            <a:off x="5505116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AF0E17C-9B0B-8B69-6B9C-6E87ACBAD28B}"/>
              </a:ext>
            </a:extLst>
          </p:cNvPr>
          <p:cNvCxnSpPr>
            <a:cxnSpLocks/>
          </p:cNvCxnSpPr>
          <p:nvPr/>
        </p:nvCxnSpPr>
        <p:spPr>
          <a:xfrm>
            <a:off x="554639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2CD82D8-57B1-B57F-1910-301B1DF7FA8F}"/>
              </a:ext>
            </a:extLst>
          </p:cNvPr>
          <p:cNvCxnSpPr>
            <a:cxnSpLocks/>
          </p:cNvCxnSpPr>
          <p:nvPr/>
        </p:nvCxnSpPr>
        <p:spPr>
          <a:xfrm>
            <a:off x="5587666" y="3519336"/>
            <a:ext cx="0" cy="692693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754E6F7A-0AE3-5AD5-6689-B33FCD13119B}"/>
              </a:ext>
            </a:extLst>
          </p:cNvPr>
          <p:cNvCxnSpPr>
            <a:cxnSpLocks/>
          </p:cNvCxnSpPr>
          <p:nvPr/>
        </p:nvCxnSpPr>
        <p:spPr>
          <a:xfrm>
            <a:off x="5628941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43B9F82B-C956-DEBD-DD9D-2DEEC90A18D8}"/>
              </a:ext>
            </a:extLst>
          </p:cNvPr>
          <p:cNvCxnSpPr>
            <a:cxnSpLocks/>
          </p:cNvCxnSpPr>
          <p:nvPr/>
        </p:nvCxnSpPr>
        <p:spPr>
          <a:xfrm>
            <a:off x="5670216" y="3519336"/>
            <a:ext cx="0" cy="692693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2A8A14F6-555C-F86A-89BE-77BB136CFA76}"/>
              </a:ext>
            </a:extLst>
          </p:cNvPr>
          <p:cNvCxnSpPr>
            <a:cxnSpLocks/>
          </p:cNvCxnSpPr>
          <p:nvPr/>
        </p:nvCxnSpPr>
        <p:spPr>
          <a:xfrm>
            <a:off x="73647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4C636CD5-77BB-AF52-4FE8-04FAC9DA137D}"/>
              </a:ext>
            </a:extLst>
          </p:cNvPr>
          <p:cNvCxnSpPr>
            <a:cxnSpLocks/>
          </p:cNvCxnSpPr>
          <p:nvPr/>
        </p:nvCxnSpPr>
        <p:spPr>
          <a:xfrm>
            <a:off x="74060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E47F1CB1-1547-579B-8D96-83EEAAC61FAD}"/>
              </a:ext>
            </a:extLst>
          </p:cNvPr>
          <p:cNvCxnSpPr>
            <a:cxnSpLocks/>
          </p:cNvCxnSpPr>
          <p:nvPr/>
        </p:nvCxnSpPr>
        <p:spPr>
          <a:xfrm>
            <a:off x="74472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82082B08-1923-EE90-E64E-B494E3A9A503}"/>
              </a:ext>
            </a:extLst>
          </p:cNvPr>
          <p:cNvCxnSpPr>
            <a:cxnSpLocks/>
          </p:cNvCxnSpPr>
          <p:nvPr/>
        </p:nvCxnSpPr>
        <p:spPr>
          <a:xfrm>
            <a:off x="74885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4491FB6E-D2F0-9D78-5FD0-7CAF00793632}"/>
              </a:ext>
            </a:extLst>
          </p:cNvPr>
          <p:cNvCxnSpPr>
            <a:cxnSpLocks/>
          </p:cNvCxnSpPr>
          <p:nvPr/>
        </p:nvCxnSpPr>
        <p:spPr>
          <a:xfrm>
            <a:off x="75298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2D578B6C-E449-8C88-857A-9D08EC8BA6EA}"/>
              </a:ext>
            </a:extLst>
          </p:cNvPr>
          <p:cNvCxnSpPr>
            <a:cxnSpLocks/>
          </p:cNvCxnSpPr>
          <p:nvPr/>
        </p:nvCxnSpPr>
        <p:spPr>
          <a:xfrm>
            <a:off x="757110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62CF22E9-401C-B0B6-4BD6-0F03F35EAF03}"/>
              </a:ext>
            </a:extLst>
          </p:cNvPr>
          <p:cNvCxnSpPr>
            <a:cxnSpLocks/>
          </p:cNvCxnSpPr>
          <p:nvPr/>
        </p:nvCxnSpPr>
        <p:spPr>
          <a:xfrm>
            <a:off x="761238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07BEACD1-E2BA-C73C-6B79-E9C457EBFA5F}"/>
              </a:ext>
            </a:extLst>
          </p:cNvPr>
          <p:cNvCxnSpPr>
            <a:cxnSpLocks/>
          </p:cNvCxnSpPr>
          <p:nvPr/>
        </p:nvCxnSpPr>
        <p:spPr>
          <a:xfrm>
            <a:off x="7653655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D4EFED04-28C2-FE16-469E-125BE9DF94A1}"/>
              </a:ext>
            </a:extLst>
          </p:cNvPr>
          <p:cNvCxnSpPr>
            <a:cxnSpLocks/>
          </p:cNvCxnSpPr>
          <p:nvPr/>
        </p:nvCxnSpPr>
        <p:spPr>
          <a:xfrm>
            <a:off x="7694930" y="3519336"/>
            <a:ext cx="0" cy="6926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9C1E3E73-7FA8-7728-6C63-86E1ECABAE1C}"/>
              </a:ext>
            </a:extLst>
          </p:cNvPr>
          <p:cNvCxnSpPr>
            <a:cxnSpLocks/>
          </p:cNvCxnSpPr>
          <p:nvPr/>
        </p:nvCxnSpPr>
        <p:spPr>
          <a:xfrm>
            <a:off x="5088255" y="2358074"/>
            <a:ext cx="589661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648ABE2B-0C63-DD33-2257-590ABD765CCB}"/>
              </a:ext>
            </a:extLst>
          </p:cNvPr>
          <p:cNvCxnSpPr>
            <a:cxnSpLocks/>
          </p:cNvCxnSpPr>
          <p:nvPr/>
        </p:nvCxnSpPr>
        <p:spPr>
          <a:xfrm>
            <a:off x="5088255" y="2388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1A2C1DB3-5CF5-1819-99B3-5735E85CB124}"/>
              </a:ext>
            </a:extLst>
          </p:cNvPr>
          <p:cNvCxnSpPr>
            <a:cxnSpLocks/>
          </p:cNvCxnSpPr>
          <p:nvPr/>
        </p:nvCxnSpPr>
        <p:spPr>
          <a:xfrm>
            <a:off x="5088255" y="2415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C6B5FF8D-BE46-1C0D-231A-6ECCD10EF58A}"/>
              </a:ext>
            </a:extLst>
          </p:cNvPr>
          <p:cNvCxnSpPr>
            <a:cxnSpLocks/>
          </p:cNvCxnSpPr>
          <p:nvPr/>
        </p:nvCxnSpPr>
        <p:spPr>
          <a:xfrm>
            <a:off x="5088254" y="2446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33519748-2790-BF99-7FAD-8E02DB11C19F}"/>
              </a:ext>
            </a:extLst>
          </p:cNvPr>
          <p:cNvCxnSpPr>
            <a:cxnSpLocks/>
          </p:cNvCxnSpPr>
          <p:nvPr/>
        </p:nvCxnSpPr>
        <p:spPr>
          <a:xfrm>
            <a:off x="5090367" y="2472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32C992A-0FDC-D1B1-2E8F-5A0BE84D9E67}"/>
              </a:ext>
            </a:extLst>
          </p:cNvPr>
          <p:cNvCxnSpPr>
            <a:cxnSpLocks/>
          </p:cNvCxnSpPr>
          <p:nvPr/>
        </p:nvCxnSpPr>
        <p:spPr>
          <a:xfrm>
            <a:off x="5094600" y="2500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18DFE02D-5CD1-CACD-DB7D-7CD3C3B3915C}"/>
              </a:ext>
            </a:extLst>
          </p:cNvPr>
          <p:cNvCxnSpPr>
            <a:cxnSpLocks/>
          </p:cNvCxnSpPr>
          <p:nvPr/>
        </p:nvCxnSpPr>
        <p:spPr>
          <a:xfrm>
            <a:off x="5103064" y="2529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3ECDA4E7-8DBC-082A-8DF7-1A505D5A3997}"/>
              </a:ext>
            </a:extLst>
          </p:cNvPr>
          <p:cNvCxnSpPr>
            <a:cxnSpLocks/>
          </p:cNvCxnSpPr>
          <p:nvPr/>
        </p:nvCxnSpPr>
        <p:spPr>
          <a:xfrm>
            <a:off x="4990896" y="3755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581C2E5-239A-1165-609C-A1DD0C4B5299}"/>
              </a:ext>
            </a:extLst>
          </p:cNvPr>
          <p:cNvCxnSpPr>
            <a:cxnSpLocks/>
          </p:cNvCxnSpPr>
          <p:nvPr/>
        </p:nvCxnSpPr>
        <p:spPr>
          <a:xfrm>
            <a:off x="4990896" y="3785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C110AEB-C03B-735E-719B-B9B7E4D8D451}"/>
              </a:ext>
            </a:extLst>
          </p:cNvPr>
          <p:cNvCxnSpPr>
            <a:cxnSpLocks/>
          </p:cNvCxnSpPr>
          <p:nvPr/>
        </p:nvCxnSpPr>
        <p:spPr>
          <a:xfrm>
            <a:off x="4990896" y="3812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A4D761EB-CFBF-53A0-405A-979EE414EF04}"/>
              </a:ext>
            </a:extLst>
          </p:cNvPr>
          <p:cNvCxnSpPr>
            <a:cxnSpLocks/>
          </p:cNvCxnSpPr>
          <p:nvPr/>
        </p:nvCxnSpPr>
        <p:spPr>
          <a:xfrm>
            <a:off x="4990895" y="3843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7E2C4A29-B692-6587-C239-A6A7EF19F373}"/>
              </a:ext>
            </a:extLst>
          </p:cNvPr>
          <p:cNvCxnSpPr>
            <a:cxnSpLocks/>
          </p:cNvCxnSpPr>
          <p:nvPr/>
        </p:nvCxnSpPr>
        <p:spPr>
          <a:xfrm>
            <a:off x="4993008" y="38693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2F2C40E4-964B-CB75-C327-5352791FF8F9}"/>
              </a:ext>
            </a:extLst>
          </p:cNvPr>
          <p:cNvCxnSpPr>
            <a:cxnSpLocks/>
          </p:cNvCxnSpPr>
          <p:nvPr/>
        </p:nvCxnSpPr>
        <p:spPr>
          <a:xfrm>
            <a:off x="4997241" y="3897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9B5E2146-6943-B43C-D6F0-60C20802AC5D}"/>
              </a:ext>
            </a:extLst>
          </p:cNvPr>
          <p:cNvCxnSpPr>
            <a:cxnSpLocks/>
          </p:cNvCxnSpPr>
          <p:nvPr/>
        </p:nvCxnSpPr>
        <p:spPr>
          <a:xfrm>
            <a:off x="5005705" y="39265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3DC2DF3-4A3A-512A-9D5E-F34C9DD9826A}"/>
              </a:ext>
            </a:extLst>
          </p:cNvPr>
          <p:cNvCxnSpPr>
            <a:cxnSpLocks/>
          </p:cNvCxnSpPr>
          <p:nvPr/>
        </p:nvCxnSpPr>
        <p:spPr>
          <a:xfrm>
            <a:off x="4969737" y="51520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2F22F90-9AFB-CD8F-BC7A-788DB98BC248}"/>
              </a:ext>
            </a:extLst>
          </p:cNvPr>
          <p:cNvCxnSpPr>
            <a:cxnSpLocks/>
          </p:cNvCxnSpPr>
          <p:nvPr/>
        </p:nvCxnSpPr>
        <p:spPr>
          <a:xfrm>
            <a:off x="4969737" y="5182236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D4C7C87F-511B-F21B-A2D0-32AB2E232671}"/>
              </a:ext>
            </a:extLst>
          </p:cNvPr>
          <p:cNvCxnSpPr>
            <a:cxnSpLocks/>
          </p:cNvCxnSpPr>
          <p:nvPr/>
        </p:nvCxnSpPr>
        <p:spPr>
          <a:xfrm>
            <a:off x="4969737" y="520922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3167FE7-E2FC-3C0B-06D4-F22AFEFBFD1D}"/>
              </a:ext>
            </a:extLst>
          </p:cNvPr>
          <p:cNvCxnSpPr>
            <a:cxnSpLocks/>
          </p:cNvCxnSpPr>
          <p:nvPr/>
        </p:nvCxnSpPr>
        <p:spPr>
          <a:xfrm>
            <a:off x="4969736" y="5240974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7972A156-B418-1632-E2BA-DEE884EC3BB3}"/>
              </a:ext>
            </a:extLst>
          </p:cNvPr>
          <p:cNvCxnSpPr>
            <a:cxnSpLocks/>
          </p:cNvCxnSpPr>
          <p:nvPr/>
        </p:nvCxnSpPr>
        <p:spPr>
          <a:xfrm>
            <a:off x="4971849" y="5266374"/>
            <a:ext cx="589661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EDA5984-48EF-5747-7C23-05D5C66975B1}"/>
              </a:ext>
            </a:extLst>
          </p:cNvPr>
          <p:cNvCxnSpPr>
            <a:cxnSpLocks/>
          </p:cNvCxnSpPr>
          <p:nvPr/>
        </p:nvCxnSpPr>
        <p:spPr>
          <a:xfrm>
            <a:off x="4976082" y="5294949"/>
            <a:ext cx="589661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D754EFBA-42E3-53AA-3827-346746EF8CFE}"/>
              </a:ext>
            </a:extLst>
          </p:cNvPr>
          <p:cNvCxnSpPr>
            <a:cxnSpLocks/>
          </p:cNvCxnSpPr>
          <p:nvPr/>
        </p:nvCxnSpPr>
        <p:spPr>
          <a:xfrm>
            <a:off x="4984546" y="5323524"/>
            <a:ext cx="5896610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743A9A9-5966-9B01-AA74-3B399F936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27" y="2472374"/>
            <a:ext cx="4425492" cy="247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99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3F66-56C7-2718-3B74-93D2A6B1D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140DFE0-AD6F-FD0D-DBAA-26321BD1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860EDB8-5305-433F-BE41-D7A86D811DB3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BE57C-7F5B-0310-450A-F98934229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</p:spPr>
        <p:txBody>
          <a:bodyPr anchor="ctr">
            <a:normAutofit/>
          </a:bodyPr>
          <a:lstStyle/>
          <a:p>
            <a:r>
              <a:rPr lang="en-US" b="1" dirty="0"/>
              <a:t>Key Takeaways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F89ABCA-DC53-49F8-BADF-4D33E96566D4}"/>
              </a:ext>
            </a:extLst>
          </p:cNvPr>
          <p:cNvSpPr txBox="1">
            <a:spLocks/>
          </p:cNvSpPr>
          <p:nvPr/>
        </p:nvSpPr>
        <p:spPr>
          <a:xfrm>
            <a:off x="543474" y="1098893"/>
            <a:ext cx="1110505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2800" b="1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Content Placeholder 7">
            <a:extLst>
              <a:ext uri="{FF2B5EF4-FFF2-40B4-BE49-F238E27FC236}">
                <a16:creationId xmlns:a16="http://schemas.microsoft.com/office/drawing/2014/main" id="{C9B4C3A2-BA91-9C11-C9B3-D87A318ADA4F}"/>
              </a:ext>
            </a:extLst>
          </p:cNvPr>
          <p:cNvSpPr txBox="1">
            <a:spLocks/>
          </p:cNvSpPr>
          <p:nvPr/>
        </p:nvSpPr>
        <p:spPr>
          <a:xfrm>
            <a:off x="336158" y="1110020"/>
            <a:ext cx="11208142" cy="5759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 = Field Programmable Gate Array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Hardware functionality is configured after manufacturing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Can implement any digital circuit (provided enough LUTs and FFs)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LUTs implement combinational logic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Flip-Flops (FFs) implement sequential logic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LUT + FF + Routing form the basis of FPGA architecture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FPGA consists of thousands to millions of CLBs, Switch Boxes, Routing Resources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chemeClr val="tx1"/>
                </a:solidFill>
              </a:rPr>
              <a:t> They provide Massive parallelism and reconfigurable hardware</a:t>
            </a:r>
            <a:endParaRPr lang="en-US" sz="2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03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d map for Dyslexia_Win32_ss_v3.potx" id="{52B68AD9-87CD-4104-BE88-D09E115B5193}" vid="{32DE419F-2C9E-491B-9DE2-9CB15F0BBAC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1A6209-623F-4A40-A043-EF97F4DE51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78DEAE-E0CA-42BB-BA2E-F6A39AAEB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8CC2A95-AB18-4E2B-BAAB-ED507F826E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269</TotalTime>
  <Words>1088</Words>
  <Application>Microsoft Office PowerPoint</Application>
  <PresentationFormat>Widescreen</PresentationFormat>
  <Paragraphs>364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Helvetica</vt:lpstr>
      <vt:lpstr>Segoe UI</vt:lpstr>
      <vt:lpstr>Segoe UI Semibold</vt:lpstr>
      <vt:lpstr>Wingdings</vt:lpstr>
      <vt:lpstr>Office Theme</vt:lpstr>
      <vt:lpstr>Custom Design</vt:lpstr>
      <vt:lpstr>Introduction</vt:lpstr>
      <vt:lpstr>Prerequisites</vt:lpstr>
      <vt:lpstr>Where are FPGAs</vt:lpstr>
      <vt:lpstr>Where are FPGAs</vt:lpstr>
      <vt:lpstr>FPGA Market size</vt:lpstr>
      <vt:lpstr>What are FPGAs</vt:lpstr>
      <vt:lpstr>What are FPGAs</vt:lpstr>
      <vt:lpstr>What are FPGAs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FPGA Architecture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Vipin Kizheppatt</cp:lastModifiedBy>
  <cp:revision>45</cp:revision>
  <dcterms:created xsi:type="dcterms:W3CDTF">2023-05-01T17:37:37Z</dcterms:created>
  <dcterms:modified xsi:type="dcterms:W3CDTF">2026-06-11T04:29:38Z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